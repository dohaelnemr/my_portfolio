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1" r:id="rId8"/>
    <p:sldId id="262"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51B"/>
    <a:srgbClr val="EDF808"/>
    <a:srgbClr val="E0EB07"/>
    <a:srgbClr val="E8F3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7542CB-040A-4E3E-8461-518E6CF22048}" v="3" dt="2025-05-09T01:44:38.1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75" autoAdjust="0"/>
    <p:restoredTop sz="94660"/>
  </p:normalViewPr>
  <p:slideViewPr>
    <p:cSldViewPr snapToGrid="0" showGuides="1">
      <p:cViewPr varScale="1">
        <p:scale>
          <a:sx n="79" d="100"/>
          <a:sy n="79" d="100"/>
        </p:scale>
        <p:origin x="938" y="4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mine 1701942AI" userId="e87b97b9-d9b4-4249-9606-79e6526f6bd6" providerId="ADAL" clId="{CD7542CB-040A-4E3E-8461-518E6CF22048}"/>
    <pc:docChg chg="custSel addSld delSld modSld">
      <pc:chgData name="yasmine 1701942AI" userId="e87b97b9-d9b4-4249-9606-79e6526f6bd6" providerId="ADAL" clId="{CD7542CB-040A-4E3E-8461-518E6CF22048}" dt="2025-05-09T01:55:42.864" v="149" actId="207"/>
      <pc:docMkLst>
        <pc:docMk/>
      </pc:docMkLst>
      <pc:sldChg chg="modSp mod">
        <pc:chgData name="yasmine 1701942AI" userId="e87b97b9-d9b4-4249-9606-79e6526f6bd6" providerId="ADAL" clId="{CD7542CB-040A-4E3E-8461-518E6CF22048}" dt="2025-05-09T01:51:02.367" v="146" actId="20577"/>
        <pc:sldMkLst>
          <pc:docMk/>
          <pc:sldMk cId="1811775098" sldId="256"/>
        </pc:sldMkLst>
        <pc:spChg chg="mod">
          <ac:chgData name="yasmine 1701942AI" userId="e87b97b9-d9b4-4249-9606-79e6526f6bd6" providerId="ADAL" clId="{CD7542CB-040A-4E3E-8461-518E6CF22048}" dt="2025-05-09T01:48:45.608" v="64" actId="207"/>
          <ac:spMkLst>
            <pc:docMk/>
            <pc:sldMk cId="1811775098" sldId="256"/>
            <ac:spMk id="2" creationId="{43A00E06-6888-59EA-0431-D895AD2B2E16}"/>
          </ac:spMkLst>
        </pc:spChg>
        <pc:spChg chg="mod">
          <ac:chgData name="yasmine 1701942AI" userId="e87b97b9-d9b4-4249-9606-79e6526f6bd6" providerId="ADAL" clId="{CD7542CB-040A-4E3E-8461-518E6CF22048}" dt="2025-05-09T01:51:02.367" v="146" actId="20577"/>
          <ac:spMkLst>
            <pc:docMk/>
            <pc:sldMk cId="1811775098" sldId="256"/>
            <ac:spMk id="3" creationId="{325A725E-28A7-137B-331C-9AF73416A00F}"/>
          </ac:spMkLst>
        </pc:spChg>
      </pc:sldChg>
      <pc:sldChg chg="modSp mod">
        <pc:chgData name="yasmine 1701942AI" userId="e87b97b9-d9b4-4249-9606-79e6526f6bd6" providerId="ADAL" clId="{CD7542CB-040A-4E3E-8461-518E6CF22048}" dt="2025-05-09T01:47:28.880" v="63" actId="207"/>
        <pc:sldMkLst>
          <pc:docMk/>
          <pc:sldMk cId="1211665766" sldId="257"/>
        </pc:sldMkLst>
        <pc:spChg chg="mod">
          <ac:chgData name="yasmine 1701942AI" userId="e87b97b9-d9b4-4249-9606-79e6526f6bd6" providerId="ADAL" clId="{CD7542CB-040A-4E3E-8461-518E6CF22048}" dt="2025-05-09T01:47:28.880" v="63" actId="207"/>
          <ac:spMkLst>
            <pc:docMk/>
            <pc:sldMk cId="1211665766" sldId="257"/>
            <ac:spMk id="2" creationId="{FB7A9153-DF0F-87CD-6628-FE265689E4DE}"/>
          </ac:spMkLst>
        </pc:spChg>
        <pc:spChg chg="mod">
          <ac:chgData name="yasmine 1701942AI" userId="e87b97b9-d9b4-4249-9606-79e6526f6bd6" providerId="ADAL" clId="{CD7542CB-040A-4E3E-8461-518E6CF22048}" dt="2025-05-09T01:47:21.456" v="62" actId="207"/>
          <ac:spMkLst>
            <pc:docMk/>
            <pc:sldMk cId="1211665766" sldId="257"/>
            <ac:spMk id="3" creationId="{606F6D01-6E53-D627-E11C-BDDBD30A5D7F}"/>
          </ac:spMkLst>
        </pc:spChg>
      </pc:sldChg>
      <pc:sldChg chg="modSp mod">
        <pc:chgData name="yasmine 1701942AI" userId="e87b97b9-d9b4-4249-9606-79e6526f6bd6" providerId="ADAL" clId="{CD7542CB-040A-4E3E-8461-518E6CF22048}" dt="2025-05-09T01:55:42.864" v="149" actId="207"/>
        <pc:sldMkLst>
          <pc:docMk/>
          <pc:sldMk cId="3497124137" sldId="258"/>
        </pc:sldMkLst>
        <pc:spChg chg="mod">
          <ac:chgData name="yasmine 1701942AI" userId="e87b97b9-d9b4-4249-9606-79e6526f6bd6" providerId="ADAL" clId="{CD7542CB-040A-4E3E-8461-518E6CF22048}" dt="2025-05-09T01:55:38.168" v="148" actId="207"/>
          <ac:spMkLst>
            <pc:docMk/>
            <pc:sldMk cId="3497124137" sldId="258"/>
            <ac:spMk id="2" creationId="{C03FDBA5-1B5E-9F38-365D-00C66A0F1F2C}"/>
          </ac:spMkLst>
        </pc:spChg>
        <pc:spChg chg="mod">
          <ac:chgData name="yasmine 1701942AI" userId="e87b97b9-d9b4-4249-9606-79e6526f6bd6" providerId="ADAL" clId="{CD7542CB-040A-4E3E-8461-518E6CF22048}" dt="2025-05-09T01:55:42.864" v="149" actId="207"/>
          <ac:spMkLst>
            <pc:docMk/>
            <pc:sldMk cId="3497124137" sldId="258"/>
            <ac:spMk id="3" creationId="{6A13D284-7D5D-2703-5350-CD67896B8D8A}"/>
          </ac:spMkLst>
        </pc:spChg>
      </pc:sldChg>
      <pc:sldChg chg="modSp mod">
        <pc:chgData name="yasmine 1701942AI" userId="e87b97b9-d9b4-4249-9606-79e6526f6bd6" providerId="ADAL" clId="{CD7542CB-040A-4E3E-8461-518E6CF22048}" dt="2025-05-09T01:46:36.212" v="48" actId="122"/>
        <pc:sldMkLst>
          <pc:docMk/>
          <pc:sldMk cId="2470805337" sldId="259"/>
        </pc:sldMkLst>
        <pc:spChg chg="mod">
          <ac:chgData name="yasmine 1701942AI" userId="e87b97b9-d9b4-4249-9606-79e6526f6bd6" providerId="ADAL" clId="{CD7542CB-040A-4E3E-8461-518E6CF22048}" dt="2025-05-09T01:46:36.212" v="48" actId="122"/>
          <ac:spMkLst>
            <pc:docMk/>
            <pc:sldMk cId="2470805337" sldId="259"/>
            <ac:spMk id="2" creationId="{15F7315C-D1FD-1C4E-7780-E2FA3974A6C3}"/>
          </ac:spMkLst>
        </pc:spChg>
        <pc:spChg chg="mod">
          <ac:chgData name="yasmine 1701942AI" userId="e87b97b9-d9b4-4249-9606-79e6526f6bd6" providerId="ADAL" clId="{CD7542CB-040A-4E3E-8461-518E6CF22048}" dt="2025-05-09T01:46:03.573" v="46" actId="207"/>
          <ac:spMkLst>
            <pc:docMk/>
            <pc:sldMk cId="2470805337" sldId="259"/>
            <ac:spMk id="3" creationId="{A989A85C-1F91-EA5A-46D2-B24F6447D1AC}"/>
          </ac:spMkLst>
        </pc:spChg>
      </pc:sldChg>
      <pc:sldChg chg="addSp delSp modSp new mod">
        <pc:chgData name="yasmine 1701942AI" userId="e87b97b9-d9b4-4249-9606-79e6526f6bd6" providerId="ADAL" clId="{CD7542CB-040A-4E3E-8461-518E6CF22048}" dt="2025-05-09T01:44:59.530" v="43" actId="14100"/>
        <pc:sldMkLst>
          <pc:docMk/>
          <pc:sldMk cId="1313992165" sldId="265"/>
        </pc:sldMkLst>
        <pc:spChg chg="mod">
          <ac:chgData name="yasmine 1701942AI" userId="e87b97b9-d9b4-4249-9606-79e6526f6bd6" providerId="ADAL" clId="{CD7542CB-040A-4E3E-8461-518E6CF22048}" dt="2025-05-09T01:44:49.212" v="41" actId="20577"/>
          <ac:spMkLst>
            <pc:docMk/>
            <pc:sldMk cId="1313992165" sldId="265"/>
            <ac:spMk id="2" creationId="{2B93ADA4-55B9-7E5D-EE18-DDFD7A00096B}"/>
          </ac:spMkLst>
        </pc:spChg>
        <pc:spChg chg="del">
          <ac:chgData name="yasmine 1701942AI" userId="e87b97b9-d9b4-4249-9606-79e6526f6bd6" providerId="ADAL" clId="{CD7542CB-040A-4E3E-8461-518E6CF22048}" dt="2025-05-09T01:42:53.928" v="20"/>
          <ac:spMkLst>
            <pc:docMk/>
            <pc:sldMk cId="1313992165" sldId="265"/>
            <ac:spMk id="3" creationId="{E2EB7750-7B73-F267-A040-9E147CDD5CC6}"/>
          </ac:spMkLst>
        </pc:spChg>
        <pc:spChg chg="add del mod">
          <ac:chgData name="yasmine 1701942AI" userId="e87b97b9-d9b4-4249-9606-79e6526f6bd6" providerId="ADAL" clId="{CD7542CB-040A-4E3E-8461-518E6CF22048}" dt="2025-05-09T01:43:25.895" v="22" actId="931"/>
          <ac:spMkLst>
            <pc:docMk/>
            <pc:sldMk cId="1313992165" sldId="265"/>
            <ac:spMk id="6" creationId="{48232FFF-D392-A884-DE56-72B6766D6DCD}"/>
          </ac:spMkLst>
        </pc:spChg>
        <pc:spChg chg="add del mod">
          <ac:chgData name="yasmine 1701942AI" userId="e87b97b9-d9b4-4249-9606-79e6526f6bd6" providerId="ADAL" clId="{CD7542CB-040A-4E3E-8461-518E6CF22048}" dt="2025-05-09T01:44:38.135" v="25" actId="931"/>
          <ac:spMkLst>
            <pc:docMk/>
            <pc:sldMk cId="1313992165" sldId="265"/>
            <ac:spMk id="10" creationId="{B1922D86-F4F8-5637-D30A-3B1675EDDA09}"/>
          </ac:spMkLst>
        </pc:spChg>
        <pc:picChg chg="add del mod">
          <ac:chgData name="yasmine 1701942AI" userId="e87b97b9-d9b4-4249-9606-79e6526f6bd6" providerId="ADAL" clId="{CD7542CB-040A-4E3E-8461-518E6CF22048}" dt="2025-05-09T01:42:56.297" v="21" actId="478"/>
          <ac:picMkLst>
            <pc:docMk/>
            <pc:sldMk cId="1313992165" sldId="265"/>
            <ac:picMk id="4" creationId="{1EF521AB-9782-F1FC-CE5B-67A3494FEBFC}"/>
          </ac:picMkLst>
        </pc:picChg>
        <pc:picChg chg="add del mod">
          <ac:chgData name="yasmine 1701942AI" userId="e87b97b9-d9b4-4249-9606-79e6526f6bd6" providerId="ADAL" clId="{CD7542CB-040A-4E3E-8461-518E6CF22048}" dt="2025-05-09T01:43:38.336" v="24" actId="478"/>
          <ac:picMkLst>
            <pc:docMk/>
            <pc:sldMk cId="1313992165" sldId="265"/>
            <ac:picMk id="8" creationId="{3FBFF065-01F1-F00C-FC0B-8B51C8EF87BB}"/>
          </ac:picMkLst>
        </pc:picChg>
        <pc:picChg chg="add mod">
          <ac:chgData name="yasmine 1701942AI" userId="e87b97b9-d9b4-4249-9606-79e6526f6bd6" providerId="ADAL" clId="{CD7542CB-040A-4E3E-8461-518E6CF22048}" dt="2025-05-09T01:44:59.530" v="43" actId="14100"/>
          <ac:picMkLst>
            <pc:docMk/>
            <pc:sldMk cId="1313992165" sldId="265"/>
            <ac:picMk id="12" creationId="{D0E027DC-D3EF-DC99-4AF2-6E9DF2365BA7}"/>
          </ac:picMkLst>
        </pc:picChg>
      </pc:sldChg>
      <pc:sldChg chg="del">
        <pc:chgData name="yasmine 1701942AI" userId="e87b97b9-d9b4-4249-9606-79e6526f6bd6" providerId="ADAL" clId="{CD7542CB-040A-4E3E-8461-518E6CF22048}" dt="2025-05-09T01:38:18.623" v="0" actId="47"/>
        <pc:sldMkLst>
          <pc:docMk/>
          <pc:sldMk cId="2027811556"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4EA8-49BA-E12A-EB7B-B2C918D0B8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54CEE6-DE37-E698-7D28-089174F548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D1DF7B-9C76-AFCB-7449-7A542B754A04}"/>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5" name="Footer Placeholder 4">
            <a:extLst>
              <a:ext uri="{FF2B5EF4-FFF2-40B4-BE49-F238E27FC236}">
                <a16:creationId xmlns:a16="http://schemas.microsoft.com/office/drawing/2014/main" id="{F139F04F-C611-6A03-EF5D-F9A98063F9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F57AE8-2155-9392-6631-EA7373804322}"/>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2146333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29CA8-2E70-A72F-E1AE-830814360A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CA6F9D-7623-ACCF-5495-3709533CCC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EB12E-45B3-0B1F-BB23-3D47A7F9158A}"/>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5" name="Footer Placeholder 4">
            <a:extLst>
              <a:ext uri="{FF2B5EF4-FFF2-40B4-BE49-F238E27FC236}">
                <a16:creationId xmlns:a16="http://schemas.microsoft.com/office/drawing/2014/main" id="{D47F4F61-256C-CE43-359B-C9B2A07E36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B4FEF3-A406-9B2E-A050-0D26F422691A}"/>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117881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6C50-2712-E22F-E77D-9C2AD86BEB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083E35-3C5C-5290-F371-83C2A17D21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75EDAD-213F-C686-FCA3-E14E415C978C}"/>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5" name="Footer Placeholder 4">
            <a:extLst>
              <a:ext uri="{FF2B5EF4-FFF2-40B4-BE49-F238E27FC236}">
                <a16:creationId xmlns:a16="http://schemas.microsoft.com/office/drawing/2014/main" id="{5B5AFF1D-5125-BB42-5375-006A5DBC7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052CA-6DC3-E873-DE86-F9AC93BBE315}"/>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3345140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89D1-9B3B-7844-04E2-F8B52DADA7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1819C0-325F-25F8-CBC4-F77B47CE8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F2617E-B5A2-59CB-BD90-6F96B7340F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060A9F-6CF6-1F8E-EF7F-E0E4643EAB06}"/>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6" name="Footer Placeholder 5">
            <a:extLst>
              <a:ext uri="{FF2B5EF4-FFF2-40B4-BE49-F238E27FC236}">
                <a16:creationId xmlns:a16="http://schemas.microsoft.com/office/drawing/2014/main" id="{FABC5840-F920-94D7-044A-7E1665B4B8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ED1CC-7C0F-ABBA-CC3D-C9B74B03DF46}"/>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2870668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1A22-92D5-E6BD-E2A7-50BEAA8B6F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77E531-64BB-FE9B-C1F6-EDBEA8C597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521082-4764-FB01-C662-B09E84915C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B05DA0-B5BB-20ED-A824-0CC964605A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64E39-36C6-344A-8E71-F900722548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5D517C-A51B-1B3C-4356-EF92C7E17C1B}"/>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8" name="Footer Placeholder 7">
            <a:extLst>
              <a:ext uri="{FF2B5EF4-FFF2-40B4-BE49-F238E27FC236}">
                <a16:creationId xmlns:a16="http://schemas.microsoft.com/office/drawing/2014/main" id="{9B39A291-8821-AC0A-993D-F7E5816BD7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3161B1-ED0C-49BF-F741-97E27D46AF0E}"/>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445676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56BB-ED41-7292-F9BB-43149F39AB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EE0DB7-20A5-26DF-852A-E05A30336F9E}"/>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4" name="Footer Placeholder 3">
            <a:extLst>
              <a:ext uri="{FF2B5EF4-FFF2-40B4-BE49-F238E27FC236}">
                <a16:creationId xmlns:a16="http://schemas.microsoft.com/office/drawing/2014/main" id="{5CE19983-345F-700C-3055-673FB89AAE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D80CCE-DA2E-4B91-A353-DD0C12D24CF0}"/>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1653749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33BBE-30B2-B2BC-510E-1FF9E8A09877}"/>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3" name="Footer Placeholder 2">
            <a:extLst>
              <a:ext uri="{FF2B5EF4-FFF2-40B4-BE49-F238E27FC236}">
                <a16:creationId xmlns:a16="http://schemas.microsoft.com/office/drawing/2014/main" id="{ECF5E44D-4A0A-8516-CF7F-749CD2E19D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48DC1F-0E79-52FC-39CB-2181369002E8}"/>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3809968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FC939-23E5-976A-D3EC-EC39E7481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22A5E0-E67F-9640-AD07-6BE53AE40F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DF8BEE-8C41-BF80-911A-42C58708FE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B18E22-4CEA-0772-0A87-AE36FD66043E}"/>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6" name="Footer Placeholder 5">
            <a:extLst>
              <a:ext uri="{FF2B5EF4-FFF2-40B4-BE49-F238E27FC236}">
                <a16:creationId xmlns:a16="http://schemas.microsoft.com/office/drawing/2014/main" id="{C44B8DD6-A3E7-7379-B228-DEAC2583AD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B841DB-DCC5-1765-22A4-3A8F340AC0D6}"/>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3425111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6F211-B770-F6DC-99C6-94028A0017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B1D1DF-E14F-6A82-1D3B-4D99BC1B9B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5C39FE-D31D-6282-D91C-4C5A6A32A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AB2C8-7722-F256-0687-AF23FB921C52}"/>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6" name="Footer Placeholder 5">
            <a:extLst>
              <a:ext uri="{FF2B5EF4-FFF2-40B4-BE49-F238E27FC236}">
                <a16:creationId xmlns:a16="http://schemas.microsoft.com/office/drawing/2014/main" id="{EA50398C-B1F8-84D3-4425-42860F2FEF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1051A-2830-166F-13C8-380AC6A30DF0}"/>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166510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CBDC5-163C-066A-A892-DEAE11078F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5EEA3F-7D12-7277-DD18-0411263E69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1BE574-5C9A-2146-4B46-3402C100EC6C}"/>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5" name="Footer Placeholder 4">
            <a:extLst>
              <a:ext uri="{FF2B5EF4-FFF2-40B4-BE49-F238E27FC236}">
                <a16:creationId xmlns:a16="http://schemas.microsoft.com/office/drawing/2014/main" id="{D16116BA-2CF0-7855-D460-3D05B4BAA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FCC2A9-BE88-7C90-F1F4-601C9FE6975D}"/>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1704477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60E7D1-6CC8-E669-A329-37E68D9894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0877AF-53AD-23A4-1F94-9058B481DD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32562A-7209-3ABF-7B35-52E0E84CCA38}"/>
              </a:ext>
            </a:extLst>
          </p:cNvPr>
          <p:cNvSpPr>
            <a:spLocks noGrp="1"/>
          </p:cNvSpPr>
          <p:nvPr>
            <p:ph type="dt" sz="half" idx="10"/>
          </p:nvPr>
        </p:nvSpPr>
        <p:spPr/>
        <p:txBody>
          <a:bodyPr/>
          <a:lstStyle/>
          <a:p>
            <a:fld id="{5ACEE9AC-50B7-47FC-AC66-93C63AF8EC0F}" type="datetimeFigureOut">
              <a:rPr lang="en-US" smtClean="0"/>
              <a:t>5/10/2025</a:t>
            </a:fld>
            <a:endParaRPr lang="en-US"/>
          </a:p>
        </p:txBody>
      </p:sp>
      <p:sp>
        <p:nvSpPr>
          <p:cNvPr id="5" name="Footer Placeholder 4">
            <a:extLst>
              <a:ext uri="{FF2B5EF4-FFF2-40B4-BE49-F238E27FC236}">
                <a16:creationId xmlns:a16="http://schemas.microsoft.com/office/drawing/2014/main" id="{0D9E5BE4-C4D3-DD5C-3FFC-AD7357C442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1539-5CFB-3CFF-B8CD-580701CBA38A}"/>
              </a:ext>
            </a:extLst>
          </p:cNvPr>
          <p:cNvSpPr>
            <a:spLocks noGrp="1"/>
          </p:cNvSpPr>
          <p:nvPr>
            <p:ph type="sldNum" sz="quarter" idx="12"/>
          </p:nvPr>
        </p:nvSpPr>
        <p:spPr/>
        <p:txBody>
          <a:bodyPr/>
          <a:lstStyle/>
          <a:p>
            <a:fld id="{22E33055-22BF-4408-82F0-A6676C59B3EC}" type="slidenum">
              <a:rPr lang="en-US" smtClean="0"/>
              <a:t>‹#›</a:t>
            </a:fld>
            <a:endParaRPr lang="en-US"/>
          </a:p>
        </p:txBody>
      </p:sp>
    </p:spTree>
    <p:extLst>
      <p:ext uri="{BB962C8B-B14F-4D97-AF65-F5344CB8AC3E}">
        <p14:creationId xmlns:p14="http://schemas.microsoft.com/office/powerpoint/2010/main" val="81725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BDA91E-88D2-D8E8-3DD7-8677032A93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B45E66-FA54-F832-001F-CA41683F3D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45036B-949D-2516-CC4A-50EAF5059D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CEE9AC-50B7-47FC-AC66-93C63AF8EC0F}" type="datetimeFigureOut">
              <a:rPr lang="en-US" smtClean="0"/>
              <a:t>5/10/2025</a:t>
            </a:fld>
            <a:endParaRPr lang="en-US"/>
          </a:p>
        </p:txBody>
      </p:sp>
      <p:sp>
        <p:nvSpPr>
          <p:cNvPr id="5" name="Footer Placeholder 4">
            <a:extLst>
              <a:ext uri="{FF2B5EF4-FFF2-40B4-BE49-F238E27FC236}">
                <a16:creationId xmlns:a16="http://schemas.microsoft.com/office/drawing/2014/main" id="{AF73B96C-526D-4F13-E674-B605E97E67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48095C-CFAD-2533-2900-29AA514B8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E33055-22BF-4408-82F0-A6676C59B3EC}" type="slidenum">
              <a:rPr lang="en-US" smtClean="0"/>
              <a:t>‹#›</a:t>
            </a:fld>
            <a:endParaRPr lang="en-US"/>
          </a:p>
        </p:txBody>
      </p:sp>
    </p:spTree>
    <p:extLst>
      <p:ext uri="{BB962C8B-B14F-4D97-AF65-F5344CB8AC3E}">
        <p14:creationId xmlns:p14="http://schemas.microsoft.com/office/powerpoint/2010/main" val="1599165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00E06-6888-59EA-0431-D895AD2B2E16}"/>
              </a:ext>
            </a:extLst>
          </p:cNvPr>
          <p:cNvSpPr>
            <a:spLocks noGrp="1"/>
          </p:cNvSpPr>
          <p:nvPr>
            <p:ph type="ctrTitle"/>
          </p:nvPr>
        </p:nvSpPr>
        <p:spPr>
          <a:xfrm>
            <a:off x="962780" y="1173964"/>
            <a:ext cx="9942716" cy="774096"/>
          </a:xfrm>
        </p:spPr>
        <p:txBody>
          <a:bodyPr vert="horz" lIns="91440" tIns="45720" rIns="91440" bIns="45720" rtlCol="0" anchor="t">
            <a:normAutofit fontScale="90000"/>
          </a:bodyPr>
          <a:lstStyle/>
          <a:p>
            <a:pPr>
              <a:lnSpc>
                <a:spcPct val="100000"/>
              </a:lnSpc>
            </a:pPr>
            <a:r>
              <a:rPr lang="en-US" sz="5400" kern="1200" dirty="0">
                <a:latin typeface="Arial" panose="020B0604020202020204" pitchFamily="34" charset="0"/>
                <a:cs typeface="Arial" panose="020B0604020202020204" pitchFamily="34" charset="0"/>
              </a:rPr>
              <a:t>Water Level Indicator Project </a:t>
            </a:r>
            <a:br>
              <a:rPr lang="en-US" sz="3400" kern="1200" dirty="0">
                <a:solidFill>
                  <a:schemeClr val="tx1"/>
                </a:solidFill>
                <a:latin typeface="+mj-lt"/>
                <a:ea typeface="+mj-ea"/>
                <a:cs typeface="+mj-cs"/>
              </a:rPr>
            </a:br>
            <a:br>
              <a:rPr lang="en-US" sz="3400" kern="1200" dirty="0">
                <a:solidFill>
                  <a:schemeClr val="tx1"/>
                </a:solidFill>
                <a:latin typeface="+mj-lt"/>
                <a:ea typeface="+mj-ea"/>
                <a:cs typeface="+mj-cs"/>
              </a:rPr>
            </a:br>
            <a:endParaRPr lang="en-US" sz="34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325A725E-28A7-137B-331C-9AF73416A00F}"/>
              </a:ext>
            </a:extLst>
          </p:cNvPr>
          <p:cNvSpPr>
            <a:spLocks noGrp="1"/>
          </p:cNvSpPr>
          <p:nvPr>
            <p:ph type="subTitle" idx="1"/>
          </p:nvPr>
        </p:nvSpPr>
        <p:spPr>
          <a:xfrm>
            <a:off x="1045028" y="3017522"/>
            <a:ext cx="9941319" cy="3124658"/>
          </a:xfrm>
        </p:spPr>
        <p:txBody>
          <a:bodyPr vert="horz" lIns="91440" tIns="45720" rIns="91440" bIns="45720" rtlCol="0" anchor="t">
            <a:normAutofit/>
          </a:bodyPr>
          <a:lstStyle/>
          <a:p>
            <a:pPr algn="l"/>
            <a:r>
              <a:rPr lang="en-US" b="1" dirty="0">
                <a:solidFill>
                  <a:schemeClr val="tx2">
                    <a:lumMod val="50000"/>
                    <a:lumOff val="50000"/>
                  </a:schemeClr>
                </a:solidFill>
                <a:latin typeface="+mj-lt"/>
              </a:rPr>
              <a:t>Team Avada </a:t>
            </a:r>
            <a:r>
              <a:rPr lang="en-US" b="1" dirty="0" err="1">
                <a:solidFill>
                  <a:schemeClr val="tx2">
                    <a:lumMod val="50000"/>
                    <a:lumOff val="50000"/>
                  </a:schemeClr>
                </a:solidFill>
                <a:latin typeface="+mj-lt"/>
              </a:rPr>
              <a:t>Kadavra</a:t>
            </a:r>
            <a:r>
              <a:rPr lang="en-US" b="1" dirty="0">
                <a:solidFill>
                  <a:schemeClr val="tx2">
                    <a:lumMod val="50000"/>
                    <a:lumOff val="50000"/>
                  </a:schemeClr>
                </a:solidFill>
                <a:latin typeface="+mj-lt"/>
              </a:rPr>
              <a:t> </a:t>
            </a:r>
            <a:r>
              <a:rPr lang="en-US" sz="2200" dirty="0">
                <a:solidFill>
                  <a:schemeClr val="tx2">
                    <a:lumMod val="50000"/>
                    <a:lumOff val="50000"/>
                  </a:schemeClr>
                </a:solidFill>
                <a:latin typeface="+mj-lt"/>
              </a:rPr>
              <a:t>:</a:t>
            </a:r>
          </a:p>
          <a:p>
            <a:pPr marL="342900" indent="-342900" algn="l">
              <a:buFont typeface="Wingdings" panose="05000000000000000000" pitchFamily="2" charset="2"/>
              <a:buChar char="q"/>
            </a:pPr>
            <a:endParaRPr lang="en-US" sz="2200" dirty="0">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q"/>
            </a:pPr>
            <a:r>
              <a:rPr lang="en-US" sz="2200" dirty="0">
                <a:latin typeface="Arial" panose="020B0604020202020204" pitchFamily="34" charset="0"/>
                <a:cs typeface="Arial" panose="020B0604020202020204" pitchFamily="34" charset="0"/>
              </a:rPr>
              <a:t>Adham </a:t>
            </a:r>
            <a:r>
              <a:rPr lang="en-US" sz="2200" dirty="0" err="1">
                <a:latin typeface="Arial" panose="020B0604020202020204" pitchFamily="34" charset="0"/>
                <a:cs typeface="Arial" panose="020B0604020202020204" pitchFamily="34" charset="0"/>
              </a:rPr>
              <a:t>Elokl</a:t>
            </a:r>
            <a:endParaRPr lang="en-US" sz="2200" dirty="0">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q"/>
            </a:pPr>
            <a:r>
              <a:rPr lang="en-US" sz="2200" dirty="0">
                <a:latin typeface="Arial" panose="020B0604020202020204" pitchFamily="34" charset="0"/>
                <a:cs typeface="Arial" panose="020B0604020202020204" pitchFamily="34" charset="0"/>
              </a:rPr>
              <a:t>Yasmine </a:t>
            </a:r>
            <a:r>
              <a:rPr lang="en-US" sz="2200" dirty="0" err="1">
                <a:latin typeface="Arial" panose="020B0604020202020204" pitchFamily="34" charset="0"/>
                <a:cs typeface="Arial" panose="020B0604020202020204" pitchFamily="34" charset="0"/>
              </a:rPr>
              <a:t>AbdElaziz</a:t>
            </a:r>
            <a:endParaRPr lang="en-US" sz="2200" dirty="0">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q"/>
            </a:pPr>
            <a:r>
              <a:rPr lang="en-US" sz="2200" dirty="0">
                <a:latin typeface="Arial" panose="020B0604020202020204" pitchFamily="34" charset="0"/>
                <a:cs typeface="Arial" panose="020B0604020202020204" pitchFamily="34" charset="0"/>
              </a:rPr>
              <a:t>Doha </a:t>
            </a:r>
            <a:r>
              <a:rPr lang="en-US" sz="2200" dirty="0" err="1">
                <a:latin typeface="Arial" panose="020B0604020202020204" pitchFamily="34" charset="0"/>
                <a:cs typeface="Arial" panose="020B0604020202020204" pitchFamily="34" charset="0"/>
              </a:rPr>
              <a:t>Elnemr</a:t>
            </a:r>
            <a:endParaRPr lang="en-US" sz="2200" dirty="0">
              <a:latin typeface="Arial" panose="020B0604020202020204" pitchFamily="34" charset="0"/>
              <a:cs typeface="Arial" panose="020B0604020202020204" pitchFamily="34" charset="0"/>
            </a:endParaRPr>
          </a:p>
          <a:p>
            <a:pPr marL="342900" indent="-342900" algn="l">
              <a:buFont typeface="Wingdings" panose="05000000000000000000" pitchFamily="2" charset="2"/>
              <a:buChar char="q"/>
            </a:pPr>
            <a:r>
              <a:rPr lang="en-US" sz="2200" dirty="0">
                <a:latin typeface="Arial" panose="020B0604020202020204" pitchFamily="34" charset="0"/>
                <a:cs typeface="Arial" panose="020B0604020202020204" pitchFamily="34" charset="0"/>
              </a:rPr>
              <a:t>AbdElmoniem Hammad</a:t>
            </a:r>
          </a:p>
          <a:p>
            <a:pPr marL="342900" indent="-342900" algn="l">
              <a:buFont typeface="Wingdings" panose="05000000000000000000" pitchFamily="2" charset="2"/>
              <a:buChar char="q"/>
            </a:pPr>
            <a:r>
              <a:rPr lang="en-US" sz="2200" dirty="0">
                <a:latin typeface="Arial" panose="020B0604020202020204" pitchFamily="34" charset="0"/>
                <a:cs typeface="Arial" panose="020B0604020202020204" pitchFamily="34" charset="0"/>
              </a:rPr>
              <a:t>AbdElrhman Diaa </a:t>
            </a:r>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98E0E9B-4E30-48DD-27C9-938C0641E31B}"/>
              </a:ext>
            </a:extLst>
          </p:cNvPr>
          <p:cNvSpPr txBox="1"/>
          <p:nvPr/>
        </p:nvSpPr>
        <p:spPr>
          <a:xfrm>
            <a:off x="267837" y="122311"/>
            <a:ext cx="2907271" cy="369332"/>
          </a:xfrm>
          <a:prstGeom prst="rect">
            <a:avLst/>
          </a:prstGeom>
          <a:noFill/>
        </p:spPr>
        <p:txBody>
          <a:bodyPr wrap="none" rtlCol="0">
            <a:spAutoFit/>
          </a:bodyPr>
          <a:lstStyle/>
          <a:p>
            <a:r>
              <a:rPr lang="en-US" dirty="0">
                <a:solidFill>
                  <a:schemeClr val="accent1">
                    <a:lumMod val="60000"/>
                    <a:lumOff val="40000"/>
                  </a:schemeClr>
                </a:solidFill>
              </a:rPr>
              <a:t>FCAI _ USC_ AI Department</a:t>
            </a:r>
          </a:p>
        </p:txBody>
      </p:sp>
      <p:sp>
        <p:nvSpPr>
          <p:cNvPr id="6" name="TextBox 5">
            <a:extLst>
              <a:ext uri="{FF2B5EF4-FFF2-40B4-BE49-F238E27FC236}">
                <a16:creationId xmlns:a16="http://schemas.microsoft.com/office/drawing/2014/main" id="{D13BEC78-5228-BEBF-5BB2-62CDFC31472D}"/>
              </a:ext>
            </a:extLst>
          </p:cNvPr>
          <p:cNvSpPr txBox="1"/>
          <p:nvPr/>
        </p:nvSpPr>
        <p:spPr>
          <a:xfrm>
            <a:off x="10583748" y="241903"/>
            <a:ext cx="1250663" cy="369332"/>
          </a:xfrm>
          <a:prstGeom prst="rect">
            <a:avLst/>
          </a:prstGeom>
          <a:noFill/>
        </p:spPr>
        <p:txBody>
          <a:bodyPr wrap="none" rtlCol="0">
            <a:spAutoFit/>
          </a:bodyPr>
          <a:lstStyle/>
          <a:p>
            <a:r>
              <a:rPr lang="en-US" dirty="0">
                <a:solidFill>
                  <a:schemeClr val="accent1">
                    <a:lumMod val="60000"/>
                    <a:lumOff val="40000"/>
                  </a:schemeClr>
                </a:solidFill>
              </a:rPr>
              <a:t>2024/2025</a:t>
            </a:r>
          </a:p>
        </p:txBody>
      </p:sp>
      <p:sp>
        <p:nvSpPr>
          <p:cNvPr id="7" name="TextBox 6">
            <a:extLst>
              <a:ext uri="{FF2B5EF4-FFF2-40B4-BE49-F238E27FC236}">
                <a16:creationId xmlns:a16="http://schemas.microsoft.com/office/drawing/2014/main" id="{0617A1A6-11B9-D458-17B4-A7B2E8D8A147}"/>
              </a:ext>
            </a:extLst>
          </p:cNvPr>
          <p:cNvSpPr txBox="1"/>
          <p:nvPr/>
        </p:nvSpPr>
        <p:spPr>
          <a:xfrm>
            <a:off x="9763277" y="6059380"/>
            <a:ext cx="2199641" cy="369332"/>
          </a:xfrm>
          <a:prstGeom prst="rect">
            <a:avLst/>
          </a:prstGeom>
          <a:noFill/>
        </p:spPr>
        <p:txBody>
          <a:bodyPr wrap="none" rtlCol="0">
            <a:spAutoFit/>
          </a:bodyPr>
          <a:lstStyle/>
          <a:p>
            <a:r>
              <a:rPr lang="en-US" dirty="0">
                <a:solidFill>
                  <a:schemeClr val="accent1">
                    <a:lumMod val="60000"/>
                    <a:lumOff val="40000"/>
                  </a:schemeClr>
                </a:solidFill>
              </a:rPr>
              <a:t>Logic</a:t>
            </a:r>
            <a:r>
              <a:rPr lang="en-US" dirty="0"/>
              <a:t> </a:t>
            </a:r>
            <a:r>
              <a:rPr lang="en-US" dirty="0">
                <a:solidFill>
                  <a:schemeClr val="accent1">
                    <a:lumMod val="60000"/>
                    <a:lumOff val="40000"/>
                  </a:schemeClr>
                </a:solidFill>
              </a:rPr>
              <a:t>Design</a:t>
            </a:r>
            <a:r>
              <a:rPr lang="en-US" dirty="0"/>
              <a:t> </a:t>
            </a:r>
            <a:r>
              <a:rPr lang="en-US" dirty="0">
                <a:solidFill>
                  <a:schemeClr val="accent1">
                    <a:lumMod val="60000"/>
                    <a:lumOff val="40000"/>
                  </a:schemeClr>
                </a:solidFill>
              </a:rPr>
              <a:t>Project</a:t>
            </a:r>
          </a:p>
        </p:txBody>
      </p:sp>
    </p:spTree>
    <p:extLst>
      <p:ext uri="{BB962C8B-B14F-4D97-AF65-F5344CB8AC3E}">
        <p14:creationId xmlns:p14="http://schemas.microsoft.com/office/powerpoint/2010/main" val="181177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750"/>
                                        <p:tgtEl>
                                          <p:spTgt spid="3">
                                            <p:txEl>
                                              <p:pRg st="0" end="0"/>
                                            </p:txEl>
                                          </p:spTgt>
                                        </p:tgtEl>
                                      </p:cBhvr>
                                    </p:animEffect>
                                    <p:anim calcmode="lin" valueType="num">
                                      <p:cBhvr>
                                        <p:cTn id="15"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750"/>
                                        <p:tgtEl>
                                          <p:spTgt spid="3">
                                            <p:txEl>
                                              <p:pRg st="2" end="2"/>
                                            </p:txEl>
                                          </p:spTgt>
                                        </p:tgtEl>
                                      </p:cBhvr>
                                    </p:animEffect>
                                    <p:anim calcmode="lin" valueType="num">
                                      <p:cBhvr>
                                        <p:cTn id="20"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750"/>
                                        <p:tgtEl>
                                          <p:spTgt spid="3">
                                            <p:txEl>
                                              <p:pRg st="3" end="3"/>
                                            </p:txEl>
                                          </p:spTgt>
                                        </p:tgtEl>
                                      </p:cBhvr>
                                    </p:animEffect>
                                    <p:anim calcmode="lin" valueType="num">
                                      <p:cBhvr>
                                        <p:cTn id="25"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75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750"/>
                                        <p:tgtEl>
                                          <p:spTgt spid="3">
                                            <p:txEl>
                                              <p:pRg st="4" end="4"/>
                                            </p:txEl>
                                          </p:spTgt>
                                        </p:tgtEl>
                                      </p:cBhvr>
                                    </p:animEffect>
                                    <p:anim calcmode="lin" valueType="num">
                                      <p:cBhvr>
                                        <p:cTn id="30"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75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750"/>
                                        <p:tgtEl>
                                          <p:spTgt spid="3">
                                            <p:txEl>
                                              <p:pRg st="5" end="5"/>
                                            </p:txEl>
                                          </p:spTgt>
                                        </p:tgtEl>
                                      </p:cBhvr>
                                    </p:animEffect>
                                    <p:anim calcmode="lin" valueType="num">
                                      <p:cBhvr>
                                        <p:cTn id="35"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75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750"/>
                                        <p:tgtEl>
                                          <p:spTgt spid="3">
                                            <p:txEl>
                                              <p:pRg st="6" end="6"/>
                                            </p:txEl>
                                          </p:spTgt>
                                        </p:tgtEl>
                                      </p:cBhvr>
                                    </p:animEffect>
                                    <p:anim calcmode="lin" valueType="num">
                                      <p:cBhvr>
                                        <p:cTn id="40" dur="75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75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7A9153-DF0F-87CD-6628-FE265689E4DE}"/>
              </a:ext>
            </a:extLst>
          </p:cNvPr>
          <p:cNvSpPr>
            <a:spLocks noGrp="1"/>
          </p:cNvSpPr>
          <p:nvPr>
            <p:ph type="title"/>
          </p:nvPr>
        </p:nvSpPr>
        <p:spPr>
          <a:xfrm>
            <a:off x="1043631" y="809898"/>
            <a:ext cx="9942716" cy="1554480"/>
          </a:xfrm>
        </p:spPr>
        <p:txBody>
          <a:bodyPr anchor="ctr">
            <a:normAutofit/>
          </a:bodyPr>
          <a:lstStyle/>
          <a:p>
            <a:r>
              <a:rPr lang="en-US" sz="6000" dirty="0">
                <a:solidFill>
                  <a:schemeClr val="tx2">
                    <a:lumMod val="50000"/>
                    <a:lumOff val="50000"/>
                  </a:schemeClr>
                </a:solidFill>
                <a:ea typeface="ADLaM Display" panose="020F0502020204030204" pitchFamily="2" charset="0"/>
                <a:cs typeface="Arial" panose="020B0604020202020204" pitchFamily="34" charset="0"/>
              </a:rPr>
              <a:t>Goal</a:t>
            </a:r>
            <a:r>
              <a:rPr lang="en-US" sz="6000" dirty="0">
                <a:ea typeface="ADLaM Display" panose="020F0502020204030204" pitchFamily="2" charset="0"/>
                <a:cs typeface="Arial" panose="020B0604020202020204" pitchFamily="34" charset="0"/>
              </a:rPr>
              <a:t> </a:t>
            </a:r>
            <a:r>
              <a:rPr lang="en-US" sz="6000" dirty="0">
                <a:latin typeface="Arial" panose="020B0604020202020204" pitchFamily="34" charset="0"/>
                <a:ea typeface="ADLaM Display" panose="020F0502020204030204" pitchFamily="2" charset="0"/>
                <a:cs typeface="Arial" panose="020B0604020202020204" pitchFamily="34" charset="0"/>
              </a:rPr>
              <a:t> </a:t>
            </a:r>
          </a:p>
        </p:txBody>
      </p:sp>
      <p:sp>
        <p:nvSpPr>
          <p:cNvPr id="3" name="Content Placeholder 2">
            <a:extLst>
              <a:ext uri="{FF2B5EF4-FFF2-40B4-BE49-F238E27FC236}">
                <a16:creationId xmlns:a16="http://schemas.microsoft.com/office/drawing/2014/main" id="{606F6D01-6E53-D627-E11C-BDDBD30A5D7F}"/>
              </a:ext>
            </a:extLst>
          </p:cNvPr>
          <p:cNvSpPr>
            <a:spLocks noGrp="1"/>
          </p:cNvSpPr>
          <p:nvPr>
            <p:ph idx="1"/>
          </p:nvPr>
        </p:nvSpPr>
        <p:spPr>
          <a:xfrm>
            <a:off x="1045028" y="2843351"/>
            <a:ext cx="9941319" cy="3124658"/>
          </a:xfrm>
        </p:spPr>
        <p:txBody>
          <a:bodyPr anchor="ctr">
            <a:normAutofit/>
          </a:bodyPr>
          <a:lstStyle/>
          <a:p>
            <a:pPr marL="0" indent="0" algn="ctr">
              <a:buNone/>
            </a:pPr>
            <a:r>
              <a:rPr lang="en-US" dirty="0">
                <a:latin typeface="Arial" panose="020B0604020202020204" pitchFamily="34" charset="0"/>
                <a:cs typeface="Arial" panose="020B0604020202020204" pitchFamily="34" charset="0"/>
              </a:rPr>
              <a:t>This project built a system to show water levels in a </a:t>
            </a:r>
            <a:r>
              <a:rPr lang="en-US" dirty="0" err="1">
                <a:latin typeface="Arial" panose="020B0604020202020204" pitchFamily="34" charset="0"/>
                <a:cs typeface="Arial" panose="020B0604020202020204" pitchFamily="34" charset="0"/>
              </a:rPr>
              <a:t>tank.It</a:t>
            </a:r>
            <a:r>
              <a:rPr lang="en-US" dirty="0">
                <a:latin typeface="Arial" panose="020B0604020202020204" pitchFamily="34" charset="0"/>
                <a:cs typeface="Arial" panose="020B0604020202020204" pitchFamily="34" charset="0"/>
              </a:rPr>
              <a:t> uses lights and a sound to warn about low or high water.</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66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750"/>
                                        <p:tgtEl>
                                          <p:spTgt spid="3">
                                            <p:txEl>
                                              <p:pRg st="0" end="0"/>
                                            </p:txEl>
                                          </p:spTgt>
                                        </p:tgtEl>
                                      </p:cBhvr>
                                    </p:animEffect>
                                    <p:anim calcmode="lin" valueType="num">
                                      <p:cBhvr>
                                        <p:cTn id="15"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FDBA5-1B5E-9F38-365D-00C66A0F1F2C}"/>
              </a:ext>
            </a:extLst>
          </p:cNvPr>
          <p:cNvSpPr>
            <a:spLocks noGrp="1"/>
          </p:cNvSpPr>
          <p:nvPr>
            <p:ph type="title"/>
          </p:nvPr>
        </p:nvSpPr>
        <p:spPr>
          <a:xfrm>
            <a:off x="1043631" y="809898"/>
            <a:ext cx="9942716" cy="1554480"/>
          </a:xfrm>
        </p:spPr>
        <p:txBody>
          <a:bodyPr anchor="ctr">
            <a:normAutofit/>
          </a:bodyPr>
          <a:lstStyle/>
          <a:p>
            <a:r>
              <a:rPr lang="en-US" sz="4800" dirty="0">
                <a:solidFill>
                  <a:schemeClr val="tx2">
                    <a:lumMod val="50000"/>
                    <a:lumOff val="50000"/>
                  </a:schemeClr>
                </a:solidFill>
              </a:rPr>
              <a:t>What We Covered</a:t>
            </a:r>
          </a:p>
        </p:txBody>
      </p:sp>
      <p:sp>
        <p:nvSpPr>
          <p:cNvPr id="3" name="Content Placeholder 2">
            <a:extLst>
              <a:ext uri="{FF2B5EF4-FFF2-40B4-BE49-F238E27FC236}">
                <a16:creationId xmlns:a16="http://schemas.microsoft.com/office/drawing/2014/main" id="{6A13D284-7D5D-2703-5350-CD67896B8D8A}"/>
              </a:ext>
            </a:extLst>
          </p:cNvPr>
          <p:cNvSpPr>
            <a:spLocks noGrp="1"/>
          </p:cNvSpPr>
          <p:nvPr>
            <p:ph idx="1"/>
          </p:nvPr>
        </p:nvSpPr>
        <p:spPr>
          <a:xfrm>
            <a:off x="1045028" y="3017522"/>
            <a:ext cx="9941319" cy="3124658"/>
          </a:xfrm>
        </p:spPr>
        <p:txBody>
          <a:bodyPr anchor="ctr">
            <a:normAutofit/>
          </a:bodyPr>
          <a:lstStyle/>
          <a:p>
            <a:r>
              <a:rPr lang="en-US" dirty="0"/>
              <a:t>The system detects </a:t>
            </a:r>
            <a:r>
              <a:rPr lang="en-US" dirty="0">
                <a:solidFill>
                  <a:schemeClr val="tx2">
                    <a:lumMod val="50000"/>
                    <a:lumOff val="50000"/>
                  </a:schemeClr>
                </a:solidFill>
              </a:rPr>
              <a:t>four water levels </a:t>
            </a:r>
            <a:r>
              <a:rPr lang="en-US" dirty="0"/>
              <a:t>in a tank using a circuit with </a:t>
            </a:r>
            <a:r>
              <a:rPr lang="en-US" dirty="0">
                <a:solidFill>
                  <a:schemeClr val="tx2">
                    <a:lumMod val="50000"/>
                    <a:lumOff val="50000"/>
                  </a:schemeClr>
                </a:solidFill>
              </a:rPr>
              <a:t>BC547</a:t>
            </a:r>
            <a:r>
              <a:rPr lang="en-US" dirty="0"/>
              <a:t> transistors</a:t>
            </a:r>
            <a:r>
              <a:rPr lang="en-US" sz="2800" dirty="0">
                <a:solidFill>
                  <a:schemeClr val="tx2">
                    <a:lumMod val="50000"/>
                    <a:lumOff val="50000"/>
                  </a:schemeClr>
                </a:solidFill>
                <a:effectLst/>
              </a:rPr>
              <a:t> </a:t>
            </a:r>
            <a:r>
              <a:rPr lang="en-US" dirty="0"/>
              <a:t>configured as logic gates. It controls LEDs for visual indication and a </a:t>
            </a:r>
            <a:r>
              <a:rPr lang="en-US" dirty="0">
                <a:solidFill>
                  <a:schemeClr val="tx2">
                    <a:lumMod val="50000"/>
                    <a:lumOff val="50000"/>
                  </a:schemeClr>
                </a:solidFill>
              </a:rPr>
              <a:t>buzzer </a:t>
            </a:r>
            <a:r>
              <a:rPr lang="en-US" sz="2800" dirty="0">
                <a:solidFill>
                  <a:schemeClr val="tx2">
                    <a:lumMod val="50000"/>
                    <a:lumOff val="50000"/>
                  </a:schemeClr>
                </a:solidFill>
                <a:effectLst/>
              </a:rPr>
              <a:t>(replaced by a white LED)</a:t>
            </a:r>
            <a:r>
              <a:rPr lang="en-US" sz="2800" dirty="0">
                <a:effectLst/>
              </a:rPr>
              <a:t>, </a:t>
            </a:r>
            <a:r>
              <a:rPr lang="en-US" dirty="0"/>
              <a:t>for auditory alerts. The project involved circuit design, component assembly, and testing in a simulated environment.</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124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750"/>
                                        <p:tgtEl>
                                          <p:spTgt spid="3">
                                            <p:txEl>
                                              <p:pRg st="0" end="0"/>
                                            </p:txEl>
                                          </p:spTgt>
                                        </p:tgtEl>
                                      </p:cBhvr>
                                    </p:animEffect>
                                    <p:anim calcmode="lin" valueType="num">
                                      <p:cBhvr>
                                        <p:cTn id="15"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F7315C-D1FD-1C4E-7780-E2FA3974A6C3}"/>
              </a:ext>
            </a:extLst>
          </p:cNvPr>
          <p:cNvSpPr>
            <a:spLocks noGrp="1"/>
          </p:cNvSpPr>
          <p:nvPr>
            <p:ph type="title"/>
          </p:nvPr>
        </p:nvSpPr>
        <p:spPr>
          <a:xfrm>
            <a:off x="1043631" y="809898"/>
            <a:ext cx="9942716" cy="1554480"/>
          </a:xfrm>
        </p:spPr>
        <p:txBody>
          <a:bodyPr anchor="ctr">
            <a:normAutofit/>
          </a:bodyPr>
          <a:lstStyle/>
          <a:p>
            <a:r>
              <a:rPr lang="en-US" sz="4800" dirty="0">
                <a:solidFill>
                  <a:schemeClr val="tx2">
                    <a:lumMod val="50000"/>
                    <a:lumOff val="50000"/>
                  </a:schemeClr>
                </a:solidFill>
              </a:rPr>
              <a:t>Components</a:t>
            </a:r>
          </a:p>
        </p:txBody>
      </p:sp>
      <p:sp>
        <p:nvSpPr>
          <p:cNvPr id="3" name="Content Placeholder 2">
            <a:extLst>
              <a:ext uri="{FF2B5EF4-FFF2-40B4-BE49-F238E27FC236}">
                <a16:creationId xmlns:a16="http://schemas.microsoft.com/office/drawing/2014/main" id="{A989A85C-1F91-EA5A-46D2-B24F6447D1AC}"/>
              </a:ext>
            </a:extLst>
          </p:cNvPr>
          <p:cNvSpPr>
            <a:spLocks noGrp="1"/>
          </p:cNvSpPr>
          <p:nvPr>
            <p:ph idx="1"/>
          </p:nvPr>
        </p:nvSpPr>
        <p:spPr>
          <a:xfrm>
            <a:off x="1045028" y="2651276"/>
            <a:ext cx="9941319" cy="3490904"/>
          </a:xfrm>
        </p:spPr>
        <p:txBody>
          <a:bodyPr anchor="ctr">
            <a:normAutofit/>
          </a:bodyPr>
          <a:lstStyle/>
          <a:p>
            <a:pPr rtl="1"/>
            <a:endParaRPr lang="en-US" sz="1500" dirty="0"/>
          </a:p>
          <a:p>
            <a:pPr>
              <a:buClr>
                <a:schemeClr val="tx1"/>
              </a:buClr>
              <a:buFont typeface="Wingdings" panose="05000000000000000000" pitchFamily="2" charset="2"/>
              <a:buChar char="§"/>
            </a:pPr>
            <a:r>
              <a:rPr lang="en-US" sz="2000" dirty="0">
                <a:solidFill>
                  <a:schemeClr val="tx2">
                    <a:lumMod val="50000"/>
                    <a:lumOff val="50000"/>
                  </a:schemeClr>
                </a:solidFill>
                <a:effectLst/>
                <a:latin typeface="+mj-lt"/>
              </a:rPr>
              <a:t>4x</a:t>
            </a:r>
            <a:r>
              <a:rPr lang="en-US" sz="2000" dirty="0">
                <a:effectLst/>
                <a:latin typeface="+mj-lt"/>
              </a:rPr>
              <a:t> BC547 Transistors (NPN, used for switching) </a:t>
            </a:r>
            <a:endParaRPr lang="en-US" sz="2000" dirty="0">
              <a:latin typeface="+mj-lt"/>
            </a:endParaRPr>
          </a:p>
          <a:p>
            <a:pPr>
              <a:buClr>
                <a:schemeClr val="tx1"/>
              </a:buClr>
              <a:buFont typeface="Wingdings" panose="05000000000000000000" pitchFamily="2" charset="2"/>
              <a:buChar char="§"/>
            </a:pPr>
            <a:r>
              <a:rPr lang="en-US" sz="2000" dirty="0">
                <a:solidFill>
                  <a:schemeClr val="tx2">
                    <a:lumMod val="50000"/>
                    <a:lumOff val="50000"/>
                  </a:schemeClr>
                </a:solidFill>
                <a:effectLst/>
                <a:latin typeface="+mj-lt"/>
              </a:rPr>
              <a:t>4x</a:t>
            </a:r>
            <a:r>
              <a:rPr lang="en-US" sz="2000" dirty="0">
                <a:effectLst/>
                <a:latin typeface="+mj-lt"/>
              </a:rPr>
              <a:t> LEDs (visual level indicators) </a:t>
            </a:r>
            <a:endParaRPr lang="en-US" sz="2000" dirty="0">
              <a:latin typeface="+mj-lt"/>
            </a:endParaRPr>
          </a:p>
          <a:p>
            <a:pPr>
              <a:buClr>
                <a:schemeClr val="tx1"/>
              </a:buClr>
              <a:buFont typeface="Wingdings" panose="05000000000000000000" pitchFamily="2" charset="2"/>
              <a:buChar char="§"/>
            </a:pPr>
            <a:r>
              <a:rPr lang="en-US" sz="2000" dirty="0">
                <a:solidFill>
                  <a:schemeClr val="tx2">
                    <a:lumMod val="50000"/>
                    <a:lumOff val="50000"/>
                  </a:schemeClr>
                </a:solidFill>
                <a:effectLst/>
                <a:latin typeface="+mj-lt"/>
              </a:rPr>
              <a:t>4x</a:t>
            </a:r>
            <a:r>
              <a:rPr lang="en-US" sz="2000" dirty="0">
                <a:effectLst/>
                <a:latin typeface="+mj-lt"/>
              </a:rPr>
              <a:t> 10K Resistors (base resistors for transistor switching, </a:t>
            </a:r>
            <a:r>
              <a:rPr lang="en-US" sz="2000" dirty="0">
                <a:solidFill>
                  <a:srgbClr val="FF0000"/>
                </a:solidFill>
                <a:effectLst/>
                <a:latin typeface="+mj-lt"/>
              </a:rPr>
              <a:t>Red</a:t>
            </a:r>
            <a:r>
              <a:rPr lang="en-US" sz="2000" dirty="0">
                <a:effectLst/>
                <a:latin typeface="+mj-lt"/>
              </a:rPr>
              <a:t>-</a:t>
            </a:r>
            <a:r>
              <a:rPr lang="en-US" sz="2000" dirty="0">
                <a:solidFill>
                  <a:schemeClr val="tx2">
                    <a:lumMod val="50000"/>
                    <a:lumOff val="50000"/>
                  </a:schemeClr>
                </a:solidFill>
                <a:effectLst/>
                <a:latin typeface="+mj-lt"/>
              </a:rPr>
              <a:t>Blue</a:t>
            </a:r>
            <a:r>
              <a:rPr lang="en-US" sz="2000" dirty="0">
                <a:latin typeface="+mj-lt"/>
              </a:rPr>
              <a:t>-</a:t>
            </a:r>
            <a:r>
              <a:rPr lang="en-US" sz="2000" b="1" dirty="0">
                <a:solidFill>
                  <a:srgbClr val="EAE51B"/>
                </a:solidFill>
                <a:effectLst/>
                <a:latin typeface="+mj-lt"/>
              </a:rPr>
              <a:t>Yellow</a:t>
            </a:r>
            <a:r>
              <a:rPr lang="en-US" sz="2000" dirty="0">
                <a:effectLst/>
                <a:latin typeface="+mj-lt"/>
              </a:rPr>
              <a:t>-</a:t>
            </a:r>
            <a:r>
              <a:rPr lang="en-US" sz="2000" dirty="0">
                <a:solidFill>
                  <a:srgbClr val="92D050"/>
                </a:solidFill>
                <a:effectLst/>
                <a:latin typeface="+mj-lt"/>
              </a:rPr>
              <a:t>Green</a:t>
            </a:r>
            <a:r>
              <a:rPr lang="en-US" sz="2000" dirty="0">
                <a:effectLst/>
                <a:latin typeface="+mj-lt"/>
              </a:rPr>
              <a:t>) </a:t>
            </a:r>
            <a:endParaRPr lang="en-US" sz="2000" dirty="0">
              <a:latin typeface="+mj-lt"/>
            </a:endParaRPr>
          </a:p>
          <a:p>
            <a:pPr>
              <a:buClr>
                <a:schemeClr val="tx1"/>
              </a:buClr>
              <a:buFont typeface="Wingdings" panose="05000000000000000000" pitchFamily="2" charset="2"/>
              <a:buChar char="§"/>
            </a:pPr>
            <a:r>
              <a:rPr lang="en-US" sz="2000" dirty="0">
                <a:solidFill>
                  <a:schemeClr val="tx2">
                    <a:lumMod val="50000"/>
                    <a:lumOff val="50000"/>
                  </a:schemeClr>
                </a:solidFill>
                <a:effectLst/>
                <a:latin typeface="+mj-lt"/>
              </a:rPr>
              <a:t>4x</a:t>
            </a:r>
            <a:r>
              <a:rPr lang="en-US" sz="2000" dirty="0">
                <a:effectLst/>
                <a:latin typeface="+mj-lt"/>
              </a:rPr>
              <a:t> 1K Resistors (LED current-limiting, </a:t>
            </a:r>
            <a:r>
              <a:rPr lang="en-US" sz="2000" dirty="0">
                <a:solidFill>
                  <a:srgbClr val="FF0000"/>
                </a:solidFill>
                <a:latin typeface="+mj-lt"/>
              </a:rPr>
              <a:t>Red</a:t>
            </a:r>
            <a:r>
              <a:rPr lang="en-US" sz="2000" dirty="0">
                <a:latin typeface="+mj-lt"/>
              </a:rPr>
              <a:t>-</a:t>
            </a:r>
            <a:r>
              <a:rPr lang="en-US" sz="2000" dirty="0">
                <a:solidFill>
                  <a:schemeClr val="tx2">
                    <a:lumMod val="50000"/>
                    <a:lumOff val="50000"/>
                  </a:schemeClr>
                </a:solidFill>
                <a:latin typeface="+mj-lt"/>
              </a:rPr>
              <a:t>Blue</a:t>
            </a:r>
            <a:r>
              <a:rPr lang="en-US" sz="2000" dirty="0">
                <a:latin typeface="+mj-lt"/>
              </a:rPr>
              <a:t>-</a:t>
            </a:r>
            <a:r>
              <a:rPr lang="en-US" sz="2000" b="1" dirty="0">
                <a:solidFill>
                  <a:srgbClr val="EAE51B"/>
                </a:solidFill>
                <a:latin typeface="+mj-lt"/>
              </a:rPr>
              <a:t>Yellow</a:t>
            </a:r>
            <a:r>
              <a:rPr lang="en-US" sz="2000" dirty="0">
                <a:latin typeface="+mj-lt"/>
              </a:rPr>
              <a:t>-</a:t>
            </a:r>
            <a:r>
              <a:rPr lang="en-US" sz="2000" dirty="0">
                <a:solidFill>
                  <a:srgbClr val="92D050"/>
                </a:solidFill>
                <a:latin typeface="+mj-lt"/>
              </a:rPr>
              <a:t>Green</a:t>
            </a:r>
            <a:r>
              <a:rPr lang="en-US" sz="2000" dirty="0">
                <a:effectLst/>
                <a:latin typeface="+mj-lt"/>
              </a:rPr>
              <a:t>) </a:t>
            </a:r>
            <a:endParaRPr lang="en-US" sz="2000" dirty="0">
              <a:latin typeface="+mj-lt"/>
            </a:endParaRPr>
          </a:p>
          <a:p>
            <a:pPr>
              <a:buClr>
                <a:schemeClr val="tx1"/>
              </a:buClr>
              <a:buFont typeface="Wingdings" panose="05000000000000000000" pitchFamily="2" charset="2"/>
              <a:buChar char="§"/>
            </a:pPr>
            <a:r>
              <a:rPr lang="en-US" sz="2000" dirty="0">
                <a:solidFill>
                  <a:schemeClr val="tx2">
                    <a:lumMod val="50000"/>
                    <a:lumOff val="50000"/>
                  </a:schemeClr>
                </a:solidFill>
                <a:effectLst/>
                <a:latin typeface="+mj-lt"/>
              </a:rPr>
              <a:t>1x </a:t>
            </a:r>
            <a:r>
              <a:rPr lang="en-US" sz="2000" dirty="0">
                <a:effectLst/>
                <a:latin typeface="+mj-lt"/>
              </a:rPr>
              <a:t>Buzzer</a:t>
            </a:r>
            <a:r>
              <a:rPr lang="en-US" sz="2000" dirty="0">
                <a:solidFill>
                  <a:schemeClr val="tx2">
                    <a:lumMod val="50000"/>
                    <a:lumOff val="50000"/>
                  </a:schemeClr>
                </a:solidFill>
                <a:effectLst/>
              </a:rPr>
              <a:t> (replaced by a white LED)</a:t>
            </a:r>
            <a:r>
              <a:rPr lang="en-US" sz="2000" dirty="0">
                <a:effectLst/>
              </a:rPr>
              <a:t>,</a:t>
            </a:r>
            <a:r>
              <a:rPr lang="en-US" sz="2000" dirty="0">
                <a:effectLst/>
                <a:latin typeface="+mj-lt"/>
              </a:rPr>
              <a:t> (5V-12V, for critical level alert) </a:t>
            </a:r>
            <a:endParaRPr lang="en-US" sz="2000" dirty="0">
              <a:latin typeface="+mj-lt"/>
            </a:endParaRPr>
          </a:p>
          <a:p>
            <a:pPr>
              <a:buClr>
                <a:schemeClr val="tx1"/>
              </a:buClr>
              <a:buFont typeface="Wingdings" panose="05000000000000000000" pitchFamily="2" charset="2"/>
              <a:buChar char="§"/>
            </a:pPr>
            <a:r>
              <a:rPr lang="en-US" sz="2000" dirty="0">
                <a:solidFill>
                  <a:schemeClr val="tx2">
                    <a:lumMod val="50000"/>
                    <a:lumOff val="50000"/>
                  </a:schemeClr>
                </a:solidFill>
                <a:effectLst/>
                <a:latin typeface="+mj-lt"/>
              </a:rPr>
              <a:t>1x</a:t>
            </a:r>
            <a:r>
              <a:rPr lang="en-US" sz="2000" dirty="0">
                <a:effectLst/>
                <a:latin typeface="+mj-lt"/>
              </a:rPr>
              <a:t> DC Power Supply (5V recommended)</a:t>
            </a:r>
            <a:endParaRPr lang="en-US" sz="2000" dirty="0">
              <a:latin typeface="+mj-lt"/>
            </a:endParaRPr>
          </a:p>
          <a:p>
            <a:pPr>
              <a:buClr>
                <a:schemeClr val="tx1"/>
              </a:buClr>
              <a:buFont typeface="Wingdings" panose="05000000000000000000" pitchFamily="2" charset="2"/>
              <a:buChar char="§"/>
            </a:pPr>
            <a:r>
              <a:rPr lang="en-US" sz="2000" dirty="0">
                <a:solidFill>
                  <a:schemeClr val="tx2">
                    <a:lumMod val="50000"/>
                    <a:lumOff val="50000"/>
                  </a:schemeClr>
                </a:solidFill>
                <a:effectLst/>
                <a:latin typeface="+mj-lt"/>
              </a:rPr>
              <a:t>1x</a:t>
            </a:r>
            <a:r>
              <a:rPr lang="en-US" sz="2000" dirty="0">
                <a:effectLst/>
                <a:latin typeface="+mj-lt"/>
              </a:rPr>
              <a:t> Switch (Buzzer control)</a:t>
            </a:r>
            <a:endParaRPr lang="en-US" sz="2000" dirty="0">
              <a:latin typeface="+mj-lt"/>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descr="A diagram of a chip&#10;&#10;AI-generated content may be incorrect.">
            <a:extLst>
              <a:ext uri="{FF2B5EF4-FFF2-40B4-BE49-F238E27FC236}">
                <a16:creationId xmlns:a16="http://schemas.microsoft.com/office/drawing/2014/main" id="{AC51C5C5-050B-85E5-CC98-132D4E77C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7261" y="2651277"/>
            <a:ext cx="2156416" cy="1372451"/>
          </a:xfrm>
          <a:prstGeom prst="rect">
            <a:avLst/>
          </a:prstGeom>
        </p:spPr>
      </p:pic>
      <p:pic>
        <p:nvPicPr>
          <p:cNvPr id="7" name="Picture 6" descr="A group of leds with different colors&#10;&#10;AI-generated content may be incorrect.">
            <a:extLst>
              <a:ext uri="{FF2B5EF4-FFF2-40B4-BE49-F238E27FC236}">
                <a16:creationId xmlns:a16="http://schemas.microsoft.com/office/drawing/2014/main" id="{99609532-AB1E-6B80-C870-03A46AF47D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7429" y="4366861"/>
            <a:ext cx="1688495" cy="1124376"/>
          </a:xfrm>
          <a:prstGeom prst="rect">
            <a:avLst/>
          </a:prstGeom>
        </p:spPr>
      </p:pic>
      <p:pic>
        <p:nvPicPr>
          <p:cNvPr id="14" name="Picture 13" descr="A close-up of a resistor&#10;&#10;AI-generated content may be incorrect.">
            <a:extLst>
              <a:ext uri="{FF2B5EF4-FFF2-40B4-BE49-F238E27FC236}">
                <a16:creationId xmlns:a16="http://schemas.microsoft.com/office/drawing/2014/main" id="{22605A89-417E-7D83-D980-D751D20706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3382" y="4549834"/>
            <a:ext cx="983796" cy="983796"/>
          </a:xfrm>
          <a:prstGeom prst="rect">
            <a:avLst/>
          </a:prstGeom>
        </p:spPr>
      </p:pic>
      <p:pic>
        <p:nvPicPr>
          <p:cNvPr id="18" name="Picture 17" descr="A small metal object with a black handle&#10;&#10;AI-generated content may be incorrect.">
            <a:extLst>
              <a:ext uri="{FF2B5EF4-FFF2-40B4-BE49-F238E27FC236}">
                <a16:creationId xmlns:a16="http://schemas.microsoft.com/office/drawing/2014/main" id="{6B6A0255-D1C1-2ECC-B31C-6A446F6D14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37261" y="5324388"/>
            <a:ext cx="1104749" cy="1104749"/>
          </a:xfrm>
          <a:prstGeom prst="rect">
            <a:avLst/>
          </a:prstGeom>
        </p:spPr>
      </p:pic>
    </p:spTree>
    <p:extLst>
      <p:ext uri="{BB962C8B-B14F-4D97-AF65-F5344CB8AC3E}">
        <p14:creationId xmlns:p14="http://schemas.microsoft.com/office/powerpoint/2010/main" val="247080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750"/>
                                        <p:tgtEl>
                                          <p:spTgt spid="3">
                                            <p:txEl>
                                              <p:pRg st="1" end="1"/>
                                            </p:txEl>
                                          </p:spTgt>
                                        </p:tgtEl>
                                      </p:cBhvr>
                                    </p:animEffect>
                                    <p:anim calcmode="lin" valueType="num">
                                      <p:cBhvr>
                                        <p:cTn id="15"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750"/>
                                        <p:tgtEl>
                                          <p:spTgt spid="3">
                                            <p:txEl>
                                              <p:pRg st="2" end="2"/>
                                            </p:txEl>
                                          </p:spTgt>
                                        </p:tgtEl>
                                      </p:cBhvr>
                                    </p:animEffect>
                                    <p:anim calcmode="lin" valueType="num">
                                      <p:cBhvr>
                                        <p:cTn id="20"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750"/>
                                        <p:tgtEl>
                                          <p:spTgt spid="3">
                                            <p:txEl>
                                              <p:pRg st="3" end="3"/>
                                            </p:txEl>
                                          </p:spTgt>
                                        </p:tgtEl>
                                      </p:cBhvr>
                                    </p:animEffect>
                                    <p:anim calcmode="lin" valueType="num">
                                      <p:cBhvr>
                                        <p:cTn id="25"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75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750"/>
                                        <p:tgtEl>
                                          <p:spTgt spid="3">
                                            <p:txEl>
                                              <p:pRg st="4" end="4"/>
                                            </p:txEl>
                                          </p:spTgt>
                                        </p:tgtEl>
                                      </p:cBhvr>
                                    </p:animEffect>
                                    <p:anim calcmode="lin" valueType="num">
                                      <p:cBhvr>
                                        <p:cTn id="30"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75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750"/>
                                        <p:tgtEl>
                                          <p:spTgt spid="3">
                                            <p:txEl>
                                              <p:pRg st="5" end="5"/>
                                            </p:txEl>
                                          </p:spTgt>
                                        </p:tgtEl>
                                      </p:cBhvr>
                                    </p:animEffect>
                                    <p:anim calcmode="lin" valueType="num">
                                      <p:cBhvr>
                                        <p:cTn id="35"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75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750"/>
                                        <p:tgtEl>
                                          <p:spTgt spid="3">
                                            <p:txEl>
                                              <p:pRg st="6" end="6"/>
                                            </p:txEl>
                                          </p:spTgt>
                                        </p:tgtEl>
                                      </p:cBhvr>
                                    </p:animEffect>
                                    <p:anim calcmode="lin" valueType="num">
                                      <p:cBhvr>
                                        <p:cTn id="40" dur="75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75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750"/>
                                        <p:tgtEl>
                                          <p:spTgt spid="3">
                                            <p:txEl>
                                              <p:pRg st="7" end="7"/>
                                            </p:txEl>
                                          </p:spTgt>
                                        </p:tgtEl>
                                      </p:cBhvr>
                                    </p:animEffect>
                                    <p:anim calcmode="lin" valueType="num">
                                      <p:cBhvr>
                                        <p:cTn id="45" dur="75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75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64E919BD-FA38-9863-98F3-932C8452F39D}"/>
              </a:ext>
            </a:extLst>
          </p:cNvPr>
          <p:cNvSpPr>
            <a:spLocks noGrp="1"/>
          </p:cNvSpPr>
          <p:nvPr>
            <p:ph type="title"/>
          </p:nvPr>
        </p:nvSpPr>
        <p:spPr>
          <a:xfrm>
            <a:off x="1043631" y="809898"/>
            <a:ext cx="9942716" cy="1554480"/>
          </a:xfrm>
        </p:spPr>
        <p:txBody>
          <a:bodyPr anchor="ctr">
            <a:normAutofit/>
          </a:bodyPr>
          <a:lstStyle/>
          <a:p>
            <a:r>
              <a:rPr lang="en-US" sz="4800" b="1" dirty="0">
                <a:solidFill>
                  <a:schemeClr val="tx2">
                    <a:lumMod val="50000"/>
                    <a:lumOff val="50000"/>
                  </a:schemeClr>
                </a:solidFill>
                <a:effectLst/>
              </a:rPr>
              <a:t>How We Built It</a:t>
            </a:r>
            <a:endParaRPr lang="ar-EG" sz="4800" dirty="0">
              <a:solidFill>
                <a:schemeClr val="tx2">
                  <a:lumMod val="50000"/>
                  <a:lumOff val="50000"/>
                </a:schemeClr>
              </a:solidFill>
            </a:endParaRPr>
          </a:p>
        </p:txBody>
      </p:sp>
      <p:sp>
        <p:nvSpPr>
          <p:cNvPr id="3" name="عنصر نائب للمحتوى 2">
            <a:extLst>
              <a:ext uri="{FF2B5EF4-FFF2-40B4-BE49-F238E27FC236}">
                <a16:creationId xmlns:a16="http://schemas.microsoft.com/office/drawing/2014/main" id="{A83E0054-191E-7ADA-A3DC-237DCBB37C53}"/>
              </a:ext>
            </a:extLst>
          </p:cNvPr>
          <p:cNvSpPr>
            <a:spLocks noGrp="1"/>
          </p:cNvSpPr>
          <p:nvPr>
            <p:ph idx="1"/>
          </p:nvPr>
        </p:nvSpPr>
        <p:spPr>
          <a:xfrm>
            <a:off x="1045028" y="3017522"/>
            <a:ext cx="9941319" cy="3124658"/>
          </a:xfrm>
        </p:spPr>
        <p:txBody>
          <a:bodyPr anchor="ctr">
            <a:normAutofit lnSpcReduction="10000"/>
          </a:bodyPr>
          <a:lstStyle/>
          <a:p>
            <a:pPr>
              <a:buNone/>
            </a:pPr>
            <a:r>
              <a:rPr lang="en-US" sz="2200" dirty="0">
                <a:effectLst/>
              </a:rPr>
              <a:t>The circuit Uses </a:t>
            </a:r>
            <a:r>
              <a:rPr lang="en-US" sz="2200" dirty="0">
                <a:solidFill>
                  <a:schemeClr val="tx2">
                    <a:lumMod val="50000"/>
                    <a:lumOff val="50000"/>
                  </a:schemeClr>
                </a:solidFill>
                <a:effectLst/>
              </a:rPr>
              <a:t>BC547</a:t>
            </a:r>
            <a:r>
              <a:rPr lang="en-US" sz="2200" dirty="0">
                <a:effectLst/>
              </a:rPr>
              <a:t> transistors as logic gates to detect water levels via </a:t>
            </a:r>
            <a:endParaRPr lang="en-US" sz="2200" dirty="0"/>
          </a:p>
          <a:p>
            <a:pPr>
              <a:buNone/>
            </a:pPr>
            <a:r>
              <a:rPr lang="en-US" sz="2200" dirty="0">
                <a:effectLst/>
              </a:rPr>
              <a:t>conductive probes. Each transistor, with a </a:t>
            </a:r>
            <a:r>
              <a:rPr lang="en-US" sz="2200" dirty="0">
                <a:solidFill>
                  <a:schemeClr val="tx2">
                    <a:lumMod val="50000"/>
                    <a:lumOff val="50000"/>
                  </a:schemeClr>
                </a:solidFill>
                <a:effectLst/>
              </a:rPr>
              <a:t>10K resistor </a:t>
            </a:r>
            <a:r>
              <a:rPr lang="en-US" sz="2200" dirty="0">
                <a:effectLst/>
              </a:rPr>
              <a:t>providing base current </a:t>
            </a:r>
            <a:endParaRPr lang="en-US" sz="2200" dirty="0"/>
          </a:p>
          <a:p>
            <a:pPr>
              <a:buNone/>
            </a:pPr>
            <a:r>
              <a:rPr lang="en-US" sz="2200" dirty="0">
                <a:solidFill>
                  <a:schemeClr val="tx2">
                    <a:lumMod val="50000"/>
                    <a:lumOff val="50000"/>
                  </a:schemeClr>
                </a:solidFill>
                <a:effectLst/>
              </a:rPr>
              <a:t>(~830µA)</a:t>
            </a:r>
            <a:r>
              <a:rPr lang="en-US" sz="2200" dirty="0">
                <a:effectLst/>
              </a:rPr>
              <a:t>,</a:t>
            </a:r>
            <a:r>
              <a:rPr lang="en-US" sz="2200" dirty="0">
                <a:solidFill>
                  <a:schemeClr val="tx2">
                    <a:lumMod val="50000"/>
                    <a:lumOff val="50000"/>
                  </a:schemeClr>
                </a:solidFill>
                <a:effectLst/>
              </a:rPr>
              <a:t> </a:t>
            </a:r>
            <a:r>
              <a:rPr lang="en-US" sz="2200" dirty="0">
                <a:effectLst/>
              </a:rPr>
              <a:t>controlled an LED </a:t>
            </a:r>
            <a:r>
              <a:rPr lang="en-US" sz="2200" dirty="0">
                <a:solidFill>
                  <a:schemeClr val="tx2">
                    <a:lumMod val="50000"/>
                    <a:lumOff val="50000"/>
                  </a:schemeClr>
                </a:solidFill>
                <a:effectLst/>
              </a:rPr>
              <a:t>(limited by a 1K resistor at ~7mA)</a:t>
            </a:r>
            <a:r>
              <a:rPr lang="en-US" sz="2200" dirty="0">
                <a:effectLst/>
              </a:rPr>
              <a:t> to indicate </a:t>
            </a:r>
            <a:endParaRPr lang="en-US" sz="2200" dirty="0"/>
          </a:p>
          <a:p>
            <a:pPr>
              <a:buNone/>
            </a:pPr>
            <a:r>
              <a:rPr lang="en-US" sz="2200" dirty="0">
                <a:effectLst/>
              </a:rPr>
              <a:t>low, medium, high, or critical levels. A </a:t>
            </a:r>
            <a:r>
              <a:rPr lang="en-US" sz="2200" dirty="0">
                <a:solidFill>
                  <a:schemeClr val="tx2">
                    <a:lumMod val="50000"/>
                    <a:lumOff val="50000"/>
                  </a:schemeClr>
                </a:solidFill>
                <a:effectLst/>
              </a:rPr>
              <a:t>buzzer(replaced by a white LED)</a:t>
            </a:r>
            <a:r>
              <a:rPr lang="en-US" sz="2200" dirty="0">
                <a:effectLst/>
              </a:rPr>
              <a:t>, activated at the critical level, </a:t>
            </a:r>
            <a:endParaRPr lang="en-US" sz="2200" dirty="0"/>
          </a:p>
          <a:p>
            <a:pPr>
              <a:buNone/>
            </a:pPr>
            <a:r>
              <a:rPr lang="en-US" sz="2200" dirty="0">
                <a:effectLst/>
              </a:rPr>
              <a:t>provided an Audio alert. The system was powered by a </a:t>
            </a:r>
            <a:r>
              <a:rPr lang="en-US" sz="2200" dirty="0">
                <a:solidFill>
                  <a:schemeClr val="tx2">
                    <a:lumMod val="50000"/>
                    <a:lumOff val="50000"/>
                  </a:schemeClr>
                </a:solidFill>
                <a:effectLst/>
              </a:rPr>
              <a:t>5V DC supply</a:t>
            </a:r>
            <a:r>
              <a:rPr lang="en-US" sz="2200" dirty="0">
                <a:effectLst/>
              </a:rPr>
              <a:t>, with a </a:t>
            </a:r>
            <a:endParaRPr lang="en-US" sz="2200" dirty="0"/>
          </a:p>
          <a:p>
            <a:pPr>
              <a:buNone/>
            </a:pPr>
            <a:r>
              <a:rPr lang="en-US" sz="2200" dirty="0">
                <a:effectLst/>
              </a:rPr>
              <a:t>switch for manual control. Testing was conducted in a simulated tank to </a:t>
            </a:r>
            <a:endParaRPr lang="en-US" sz="2200" dirty="0"/>
          </a:p>
          <a:p>
            <a:pPr>
              <a:buNone/>
            </a:pPr>
            <a:r>
              <a:rPr lang="en-US" sz="2200" dirty="0">
                <a:effectLst/>
              </a:rPr>
              <a:t>verify accurate level detection and reliable operation.</a:t>
            </a:r>
            <a:endParaRPr lang="ar-EG" sz="22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466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750"/>
                                        <p:tgtEl>
                                          <p:spTgt spid="3">
                                            <p:txEl>
                                              <p:pRg st="0" end="0"/>
                                            </p:txEl>
                                          </p:spTgt>
                                        </p:tgtEl>
                                      </p:cBhvr>
                                    </p:animEffect>
                                    <p:anim calcmode="lin" valueType="num">
                                      <p:cBhvr>
                                        <p:cTn id="15"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750"/>
                                        <p:tgtEl>
                                          <p:spTgt spid="3">
                                            <p:txEl>
                                              <p:pRg st="1" end="1"/>
                                            </p:txEl>
                                          </p:spTgt>
                                        </p:tgtEl>
                                      </p:cBhvr>
                                    </p:animEffect>
                                    <p:anim calcmode="lin" valueType="num">
                                      <p:cBhvr>
                                        <p:cTn id="20"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750"/>
                                        <p:tgtEl>
                                          <p:spTgt spid="3">
                                            <p:txEl>
                                              <p:pRg st="2" end="2"/>
                                            </p:txEl>
                                          </p:spTgt>
                                        </p:tgtEl>
                                      </p:cBhvr>
                                    </p:animEffect>
                                    <p:anim calcmode="lin" valueType="num">
                                      <p:cBhvr>
                                        <p:cTn id="25"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75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750"/>
                                        <p:tgtEl>
                                          <p:spTgt spid="3">
                                            <p:txEl>
                                              <p:pRg st="3" end="3"/>
                                            </p:txEl>
                                          </p:spTgt>
                                        </p:tgtEl>
                                      </p:cBhvr>
                                    </p:animEffect>
                                    <p:anim calcmode="lin" valueType="num">
                                      <p:cBhvr>
                                        <p:cTn id="30"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75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750"/>
                                        <p:tgtEl>
                                          <p:spTgt spid="3">
                                            <p:txEl>
                                              <p:pRg st="4" end="4"/>
                                            </p:txEl>
                                          </p:spTgt>
                                        </p:tgtEl>
                                      </p:cBhvr>
                                    </p:animEffect>
                                    <p:anim calcmode="lin" valueType="num">
                                      <p:cBhvr>
                                        <p:cTn id="35"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750" fill="hold"/>
                                        <p:tgtEl>
                                          <p:spTgt spid="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750"/>
                                        <p:tgtEl>
                                          <p:spTgt spid="3">
                                            <p:txEl>
                                              <p:pRg st="5" end="5"/>
                                            </p:txEl>
                                          </p:spTgt>
                                        </p:tgtEl>
                                      </p:cBhvr>
                                    </p:animEffect>
                                    <p:anim calcmode="lin" valueType="num">
                                      <p:cBhvr>
                                        <p:cTn id="40"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750" fill="hold"/>
                                        <p:tgtEl>
                                          <p:spTgt spid="3">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750"/>
                                        <p:tgtEl>
                                          <p:spTgt spid="3">
                                            <p:txEl>
                                              <p:pRg st="6" end="6"/>
                                            </p:txEl>
                                          </p:spTgt>
                                        </p:tgtEl>
                                      </p:cBhvr>
                                    </p:animEffect>
                                    <p:anim calcmode="lin" valueType="num">
                                      <p:cBhvr>
                                        <p:cTn id="45" dur="75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6" dur="75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WhatsApp Video 2025-05-09 at 03.31.36_e416132e" descr="A hand holding a green circuit board&#10;&#10;AI-generated content may be incorrect.">
            <a:hlinkClick r:id="" action="ppaction://media"/>
            <a:extLst>
              <a:ext uri="{FF2B5EF4-FFF2-40B4-BE49-F238E27FC236}">
                <a16:creationId xmlns:a16="http://schemas.microsoft.com/office/drawing/2014/main" id="{03C39F9F-4462-5579-435A-DB985CBF7787}"/>
              </a:ext>
            </a:extLst>
          </p:cNvPr>
          <p:cNvPicPr>
            <a:picLocks noGrp="1" noChangeAspect="1"/>
          </p:cNvPicPr>
          <p:nvPr>
            <p:ph idx="4294967295"/>
            <a:videoFile r:link="rId2"/>
            <p:extLst>
              <p:ext uri="{DAA4B4D4-6D71-4841-9C94-3DE7FCFB9230}">
                <p14:media xmlns:p14="http://schemas.microsoft.com/office/powerpoint/2010/main" r:embed="rId1"/>
              </p:ext>
            </p:extLst>
          </p:nvPr>
        </p:nvPicPr>
        <p:blipFill>
          <a:blip r:embed="rId4"/>
          <a:stretch>
            <a:fillRect/>
          </a:stretch>
        </p:blipFill>
        <p:spPr>
          <a:xfrm>
            <a:off x="716038" y="861181"/>
            <a:ext cx="4610705" cy="5571066"/>
          </a:xfrm>
          <a:prstGeom prst="rect">
            <a:avLst/>
          </a:prstGeom>
        </p:spPr>
      </p:pic>
      <p:pic>
        <p:nvPicPr>
          <p:cNvPr id="16" name="Content Placeholder 7" descr="A diagram of a water supply system">
            <a:extLst>
              <a:ext uri="{FF2B5EF4-FFF2-40B4-BE49-F238E27FC236}">
                <a16:creationId xmlns:a16="http://schemas.microsoft.com/office/drawing/2014/main" id="{3CBFE8B2-9416-375F-A83A-7F5A618B02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6610" y="861181"/>
            <a:ext cx="5099352" cy="5571066"/>
          </a:xfrm>
          <a:prstGeom prst="rect">
            <a:avLst/>
          </a:prstGeom>
        </p:spPr>
      </p:pic>
      <p:cxnSp>
        <p:nvCxnSpPr>
          <p:cNvPr id="5" name="Straight Connector 4">
            <a:extLst>
              <a:ext uri="{FF2B5EF4-FFF2-40B4-BE49-F238E27FC236}">
                <a16:creationId xmlns:a16="http://schemas.microsoft.com/office/drawing/2014/main" id="{F4CE2AA0-5AB5-9E16-D446-6FF94CB65C46}"/>
              </a:ext>
            </a:extLst>
          </p:cNvPr>
          <p:cNvCxnSpPr>
            <a:cxnSpLocks/>
          </p:cNvCxnSpPr>
          <p:nvPr/>
        </p:nvCxnSpPr>
        <p:spPr>
          <a:xfrm>
            <a:off x="5873448" y="391886"/>
            <a:ext cx="62895" cy="6216952"/>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41A1AD8-086E-9B5C-4B0C-823668CDB9F8}"/>
              </a:ext>
            </a:extLst>
          </p:cNvPr>
          <p:cNvSpPr txBox="1"/>
          <p:nvPr/>
        </p:nvSpPr>
        <p:spPr>
          <a:xfrm>
            <a:off x="1127276" y="274135"/>
            <a:ext cx="4203651" cy="369332"/>
          </a:xfrm>
          <a:prstGeom prst="rect">
            <a:avLst/>
          </a:prstGeom>
          <a:noFill/>
        </p:spPr>
        <p:txBody>
          <a:bodyPr wrap="none" rtlCol="0">
            <a:spAutoFit/>
          </a:bodyPr>
          <a:lstStyle/>
          <a:p>
            <a:r>
              <a:rPr lang="en-US" b="1" dirty="0">
                <a:solidFill>
                  <a:schemeClr val="tx2">
                    <a:lumMod val="50000"/>
                    <a:lumOff val="50000"/>
                  </a:schemeClr>
                </a:solidFill>
              </a:rPr>
              <a:t>Video Indicates how the project works </a:t>
            </a:r>
          </a:p>
        </p:txBody>
      </p:sp>
      <p:sp>
        <p:nvSpPr>
          <p:cNvPr id="10" name="TextBox 9">
            <a:extLst>
              <a:ext uri="{FF2B5EF4-FFF2-40B4-BE49-F238E27FC236}">
                <a16:creationId xmlns:a16="http://schemas.microsoft.com/office/drawing/2014/main" id="{B45C1040-709E-C2C6-DA7C-767F203CB3D0}"/>
              </a:ext>
            </a:extLst>
          </p:cNvPr>
          <p:cNvSpPr txBox="1"/>
          <p:nvPr/>
        </p:nvSpPr>
        <p:spPr>
          <a:xfrm>
            <a:off x="6357258" y="274135"/>
            <a:ext cx="5732660" cy="369332"/>
          </a:xfrm>
          <a:prstGeom prst="rect">
            <a:avLst/>
          </a:prstGeom>
          <a:noFill/>
        </p:spPr>
        <p:txBody>
          <a:bodyPr wrap="none" rtlCol="0">
            <a:spAutoFit/>
          </a:bodyPr>
          <a:lstStyle/>
          <a:p>
            <a:r>
              <a:rPr lang="en-US" b="1" dirty="0">
                <a:solidFill>
                  <a:schemeClr val="tx2">
                    <a:lumMod val="50000"/>
                    <a:lumOff val="50000"/>
                  </a:schemeClr>
                </a:solidFill>
              </a:rPr>
              <a:t>Implementation And A circuit Diagram Of The Project </a:t>
            </a:r>
          </a:p>
        </p:txBody>
      </p:sp>
    </p:spTree>
    <p:extLst>
      <p:ext uri="{BB962C8B-B14F-4D97-AF65-F5344CB8AC3E}">
        <p14:creationId xmlns:p14="http://schemas.microsoft.com/office/powerpoint/2010/main" val="23642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13ADA9B6-7570-2DBF-B49D-258B198D86A6}"/>
              </a:ext>
            </a:extLst>
          </p:cNvPr>
          <p:cNvSpPr>
            <a:spLocks noGrp="1"/>
          </p:cNvSpPr>
          <p:nvPr>
            <p:ph type="title"/>
          </p:nvPr>
        </p:nvSpPr>
        <p:spPr>
          <a:xfrm>
            <a:off x="1043631" y="809898"/>
            <a:ext cx="9942716" cy="1554480"/>
          </a:xfrm>
        </p:spPr>
        <p:txBody>
          <a:bodyPr anchor="ctr">
            <a:normAutofit/>
          </a:bodyPr>
          <a:lstStyle/>
          <a:p>
            <a:r>
              <a:rPr lang="en-US" sz="4800" b="1" dirty="0">
                <a:solidFill>
                  <a:schemeClr val="tx2">
                    <a:lumMod val="50000"/>
                    <a:lumOff val="50000"/>
                  </a:schemeClr>
                </a:solidFill>
                <a:effectLst/>
              </a:rPr>
              <a:t>Results</a:t>
            </a:r>
            <a:endParaRPr lang="ar-EG" sz="4800" dirty="0"/>
          </a:p>
        </p:txBody>
      </p:sp>
      <p:sp>
        <p:nvSpPr>
          <p:cNvPr id="3" name="عنصر نائب للمحتوى 2">
            <a:extLst>
              <a:ext uri="{FF2B5EF4-FFF2-40B4-BE49-F238E27FC236}">
                <a16:creationId xmlns:a16="http://schemas.microsoft.com/office/drawing/2014/main" id="{7ADB3401-9090-CC79-A60B-E43A5D62463B}"/>
              </a:ext>
            </a:extLst>
          </p:cNvPr>
          <p:cNvSpPr>
            <a:spLocks noGrp="1"/>
          </p:cNvSpPr>
          <p:nvPr>
            <p:ph idx="1"/>
          </p:nvPr>
        </p:nvSpPr>
        <p:spPr>
          <a:xfrm>
            <a:off x="1045028" y="3017522"/>
            <a:ext cx="9941319" cy="3124658"/>
          </a:xfrm>
        </p:spPr>
        <p:txBody>
          <a:bodyPr anchor="ctr">
            <a:normAutofit/>
          </a:bodyPr>
          <a:lstStyle/>
          <a:p>
            <a:pPr algn="ctr">
              <a:buNone/>
            </a:pPr>
            <a:r>
              <a:rPr lang="en-US" sz="2400" dirty="0">
                <a:effectLst/>
              </a:rPr>
              <a:t>The system successfully indicated four water levels through 4x LEDs, with the buzzer activating Immediately at the Highest level. Challenges included calibrating resistor values to ensure reliable transistor switching and addressing false triggers due to water conductivity variations. The circuit performed as intended, offering a cost-effective solution for water level monitoring.</a:t>
            </a:r>
            <a:endParaRPr lang="ar-EG"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04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750"/>
                                        <p:tgtEl>
                                          <p:spTgt spid="3">
                                            <p:txEl>
                                              <p:pRg st="0" end="0"/>
                                            </p:txEl>
                                          </p:spTgt>
                                        </p:tgtEl>
                                      </p:cBhvr>
                                    </p:animEffect>
                                    <p:anim calcmode="lin" valueType="num">
                                      <p:cBhvr>
                                        <p:cTn id="15"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AD33BFA0-BC85-009D-8B59-AB7702D7C660}"/>
              </a:ext>
            </a:extLst>
          </p:cNvPr>
          <p:cNvSpPr>
            <a:spLocks noGrp="1"/>
          </p:cNvSpPr>
          <p:nvPr>
            <p:ph type="title"/>
          </p:nvPr>
        </p:nvSpPr>
        <p:spPr>
          <a:xfrm>
            <a:off x="1043631" y="809898"/>
            <a:ext cx="9942716" cy="1554480"/>
          </a:xfrm>
        </p:spPr>
        <p:txBody>
          <a:bodyPr anchor="ctr">
            <a:normAutofit/>
          </a:bodyPr>
          <a:lstStyle/>
          <a:p>
            <a:r>
              <a:rPr lang="en-US" sz="4800" b="1" dirty="0">
                <a:solidFill>
                  <a:schemeClr val="tx2">
                    <a:lumMod val="50000"/>
                    <a:lumOff val="50000"/>
                  </a:schemeClr>
                </a:solidFill>
                <a:effectLst/>
                <a:latin typeface="TimesNewRomanPS-BoldMT"/>
              </a:rPr>
              <a:t>Conclusion</a:t>
            </a:r>
            <a:endParaRPr lang="ar-EG" sz="4800" dirty="0">
              <a:solidFill>
                <a:schemeClr val="tx2">
                  <a:lumMod val="50000"/>
                  <a:lumOff val="50000"/>
                </a:schemeClr>
              </a:solidFill>
            </a:endParaRPr>
          </a:p>
        </p:txBody>
      </p:sp>
      <p:sp>
        <p:nvSpPr>
          <p:cNvPr id="3" name="عنصر نائب للمحتوى 2">
            <a:extLst>
              <a:ext uri="{FF2B5EF4-FFF2-40B4-BE49-F238E27FC236}">
                <a16:creationId xmlns:a16="http://schemas.microsoft.com/office/drawing/2014/main" id="{8C5582D3-3994-CC8D-146F-A1C6D6B73E7B}"/>
              </a:ext>
            </a:extLst>
          </p:cNvPr>
          <p:cNvSpPr>
            <a:spLocks noGrp="1"/>
          </p:cNvSpPr>
          <p:nvPr>
            <p:ph idx="1"/>
          </p:nvPr>
        </p:nvSpPr>
        <p:spPr>
          <a:xfrm>
            <a:off x="1045028" y="3017522"/>
            <a:ext cx="9941319" cy="3124658"/>
          </a:xfrm>
        </p:spPr>
        <p:txBody>
          <a:bodyPr anchor="ctr">
            <a:normAutofit/>
          </a:bodyPr>
          <a:lstStyle/>
          <a:p>
            <a:pPr>
              <a:buFont typeface="Wingdings" panose="05000000000000000000" pitchFamily="2" charset="2"/>
              <a:buChar char="q"/>
            </a:pPr>
            <a:r>
              <a:rPr lang="en-US" sz="2400" dirty="0">
                <a:effectLst/>
              </a:rPr>
              <a:t>The logic gates-based water level indicator demonstrated the practical </a:t>
            </a:r>
            <a:endParaRPr lang="en-US" sz="2400" dirty="0"/>
          </a:p>
          <a:p>
            <a:pPr marL="0" indent="0">
              <a:buNone/>
            </a:pPr>
            <a:r>
              <a:rPr lang="en-US" sz="2400" dirty="0">
                <a:effectLst/>
              </a:rPr>
              <a:t>application of </a:t>
            </a:r>
            <a:r>
              <a:rPr lang="en-US" sz="2400" dirty="0">
                <a:solidFill>
                  <a:schemeClr val="tx2">
                    <a:lumMod val="50000"/>
                    <a:lumOff val="50000"/>
                  </a:schemeClr>
                </a:solidFill>
                <a:effectLst/>
              </a:rPr>
              <a:t>BC547</a:t>
            </a:r>
            <a:r>
              <a:rPr lang="en-US" sz="2400" dirty="0">
                <a:effectLst/>
              </a:rPr>
              <a:t> transistors in a real-world monitoring system. </a:t>
            </a:r>
            <a:endParaRPr lang="en-US" sz="2400" dirty="0"/>
          </a:p>
          <a:p>
            <a:pPr>
              <a:buFont typeface="Wingdings" panose="05000000000000000000" pitchFamily="2" charset="2"/>
              <a:buChar char="q"/>
            </a:pPr>
            <a:r>
              <a:rPr lang="en-US" sz="2400" dirty="0">
                <a:effectLst/>
              </a:rPr>
              <a:t>Completed on time and within scope, the project met all objectives.</a:t>
            </a:r>
          </a:p>
          <a:p>
            <a:pPr>
              <a:buFont typeface="Wingdings" panose="05000000000000000000" pitchFamily="2" charset="2"/>
              <a:buChar char="q"/>
            </a:pPr>
            <a:r>
              <a:rPr lang="en-US" sz="2400" dirty="0">
                <a:effectLst/>
              </a:rPr>
              <a:t>Potential enhancements include adding </a:t>
            </a:r>
            <a:r>
              <a:rPr lang="en-US" sz="2400" dirty="0">
                <a:solidFill>
                  <a:schemeClr val="tx2">
                    <a:lumMod val="50000"/>
                    <a:lumOff val="50000"/>
                  </a:schemeClr>
                </a:solidFill>
                <a:effectLst/>
              </a:rPr>
              <a:t>wireless alerts </a:t>
            </a:r>
            <a:r>
              <a:rPr lang="en-US" sz="2400" dirty="0">
                <a:effectLst/>
              </a:rPr>
              <a:t>or integrating with</a:t>
            </a:r>
            <a:r>
              <a:rPr lang="en-US" sz="2400" dirty="0"/>
              <a:t> </a:t>
            </a:r>
            <a:r>
              <a:rPr lang="en-US" sz="2400" dirty="0">
                <a:solidFill>
                  <a:schemeClr val="tx2">
                    <a:lumMod val="50000"/>
                    <a:lumOff val="50000"/>
                  </a:schemeClr>
                </a:solidFill>
                <a:effectLst/>
              </a:rPr>
              <a:t>automated pump systems</a:t>
            </a:r>
            <a:r>
              <a:rPr lang="en-US" sz="2400" dirty="0">
                <a:effectLst/>
              </a:rPr>
              <a:t>.</a:t>
            </a:r>
            <a:endParaRPr lang="ar-EG"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7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750"/>
                                        <p:tgtEl>
                                          <p:spTgt spid="3">
                                            <p:txEl>
                                              <p:pRg st="0" end="0"/>
                                            </p:txEl>
                                          </p:spTgt>
                                        </p:tgtEl>
                                      </p:cBhvr>
                                    </p:animEffect>
                                    <p:anim calcmode="lin" valueType="num">
                                      <p:cBhvr>
                                        <p:cTn id="15"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75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750"/>
                                        <p:tgtEl>
                                          <p:spTgt spid="3">
                                            <p:txEl>
                                              <p:pRg st="1" end="1"/>
                                            </p:txEl>
                                          </p:spTgt>
                                        </p:tgtEl>
                                      </p:cBhvr>
                                    </p:animEffect>
                                    <p:anim calcmode="lin" valueType="num">
                                      <p:cBhvr>
                                        <p:cTn id="20"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750"/>
                                        <p:tgtEl>
                                          <p:spTgt spid="3">
                                            <p:txEl>
                                              <p:pRg st="2" end="2"/>
                                            </p:txEl>
                                          </p:spTgt>
                                        </p:tgtEl>
                                      </p:cBhvr>
                                    </p:animEffect>
                                    <p:anim calcmode="lin" valueType="num">
                                      <p:cBhvr>
                                        <p:cTn id="25"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75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750"/>
                                        <p:tgtEl>
                                          <p:spTgt spid="3">
                                            <p:txEl>
                                              <p:pRg st="3" end="3"/>
                                            </p:txEl>
                                          </p:spTgt>
                                        </p:tgtEl>
                                      </p:cBhvr>
                                    </p:animEffect>
                                    <p:anim calcmode="lin" valueType="num">
                                      <p:cBhvr>
                                        <p:cTn id="30"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75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rectangular sign with black text&#10;&#10;AI-generated content may be incorrect.">
            <a:extLst>
              <a:ext uri="{FF2B5EF4-FFF2-40B4-BE49-F238E27FC236}">
                <a16:creationId xmlns:a16="http://schemas.microsoft.com/office/drawing/2014/main" id="{52563056-E8EB-DC8B-F2A7-0D4A8FC82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49" y="110066"/>
            <a:ext cx="12021297" cy="6637867"/>
          </a:xfrm>
          <a:prstGeom prst="rect">
            <a:avLst/>
          </a:prstGeom>
        </p:spPr>
      </p:pic>
    </p:spTree>
    <p:extLst>
      <p:ext uri="{BB962C8B-B14F-4D97-AF65-F5344CB8AC3E}">
        <p14:creationId xmlns:p14="http://schemas.microsoft.com/office/powerpoint/2010/main" val="1988906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415</Words>
  <Application>Microsoft Office PowerPoint</Application>
  <PresentationFormat>Widescreen</PresentationFormat>
  <Paragraphs>41</Paragraphs>
  <Slides>9</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ADLaM Display</vt:lpstr>
      <vt:lpstr>Aptos</vt:lpstr>
      <vt:lpstr>Aptos Display</vt:lpstr>
      <vt:lpstr>Arial</vt:lpstr>
      <vt:lpstr>TimesNewRomanPS-BoldMT</vt:lpstr>
      <vt:lpstr>Wingdings</vt:lpstr>
      <vt:lpstr>Office Theme</vt:lpstr>
      <vt:lpstr>Water Level Indicator Project   </vt:lpstr>
      <vt:lpstr>Goal  </vt:lpstr>
      <vt:lpstr>What We Covered</vt:lpstr>
      <vt:lpstr>Components</vt:lpstr>
      <vt:lpstr>How We Built It</vt:lpstr>
      <vt:lpstr>PowerPoint Presentation</vt:lpstr>
      <vt:lpstr>Results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yasmine 1701942AI</dc:creator>
  <cp:lastModifiedBy>Doha 1801304AI</cp:lastModifiedBy>
  <cp:revision>7</cp:revision>
  <dcterms:created xsi:type="dcterms:W3CDTF">2025-05-09T00:49:41Z</dcterms:created>
  <dcterms:modified xsi:type="dcterms:W3CDTF">2025-05-10T20:20:42Z</dcterms:modified>
</cp:coreProperties>
</file>